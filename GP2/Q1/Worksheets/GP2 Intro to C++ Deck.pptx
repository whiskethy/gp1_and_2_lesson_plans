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notesSlides/notesSlide4.xml" ContentType="application/vnd.openxmlformats-officedocument.presentationml.notesSlide+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5.xml" ContentType="application/vnd.openxmlformats-officedocument.presentationml.notesSlide+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notesSlides/notesSlide6.xml" ContentType="application/vnd.openxmlformats-officedocument.presentationml.notesSlide+xml"/>
  <Override PartName="/ppt/ink/ink63.xml" ContentType="application/inkml+xml"/>
  <Override PartName="/ppt/ink/ink64.xml" ContentType="application/inkml+xml"/>
  <Override PartName="/ppt/ink/ink65.xml" ContentType="application/inkml+xml"/>
  <Override PartName="/ppt/notesSlides/notesSlide7.xml" ContentType="application/vnd.openxmlformats-officedocument.presentationml.notesSlide+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notesMasterIdLst>
    <p:notesMasterId r:id="rId195"/>
  </p:notesMasterIdLst>
  <p:handoutMasterIdLst>
    <p:handoutMasterId r:id="rId196"/>
  </p:handoutMasterIdLst>
  <p:sldIdLst>
    <p:sldId id="281" r:id="rId6"/>
    <p:sldId id="280" r:id="rId7"/>
    <p:sldId id="293" r:id="rId8"/>
    <p:sldId id="296" r:id="rId9"/>
    <p:sldId id="298" r:id="rId10"/>
    <p:sldId id="295" r:id="rId11"/>
    <p:sldId id="297" r:id="rId12"/>
    <p:sldId id="299" r:id="rId13"/>
    <p:sldId id="300" r:id="rId14"/>
    <p:sldId id="301" r:id="rId15"/>
    <p:sldId id="302" r:id="rId16"/>
    <p:sldId id="303" r:id="rId17"/>
    <p:sldId id="304" r:id="rId18"/>
    <p:sldId id="305" r:id="rId19"/>
    <p:sldId id="306" r:id="rId20"/>
    <p:sldId id="308" r:id="rId21"/>
    <p:sldId id="309" r:id="rId22"/>
    <p:sldId id="310" r:id="rId23"/>
    <p:sldId id="311" r:id="rId24"/>
    <p:sldId id="321" r:id="rId25"/>
    <p:sldId id="312" r:id="rId26"/>
    <p:sldId id="316" r:id="rId27"/>
    <p:sldId id="317" r:id="rId28"/>
    <p:sldId id="313" r:id="rId29"/>
    <p:sldId id="314" r:id="rId30"/>
    <p:sldId id="315" r:id="rId31"/>
    <p:sldId id="318" r:id="rId32"/>
    <p:sldId id="319" r:id="rId33"/>
    <p:sldId id="323" r:id="rId34"/>
    <p:sldId id="489" r:id="rId35"/>
    <p:sldId id="324" r:id="rId36"/>
    <p:sldId id="325" r:id="rId37"/>
    <p:sldId id="327" r:id="rId38"/>
    <p:sldId id="326" r:id="rId39"/>
    <p:sldId id="328" r:id="rId40"/>
    <p:sldId id="329" r:id="rId41"/>
    <p:sldId id="330" r:id="rId42"/>
    <p:sldId id="331" r:id="rId43"/>
    <p:sldId id="332" r:id="rId44"/>
    <p:sldId id="333" r:id="rId45"/>
    <p:sldId id="334" r:id="rId46"/>
    <p:sldId id="336" r:id="rId47"/>
    <p:sldId id="335" r:id="rId48"/>
    <p:sldId id="337" r:id="rId49"/>
    <p:sldId id="338" r:id="rId50"/>
    <p:sldId id="339" r:id="rId51"/>
    <p:sldId id="340" r:id="rId52"/>
    <p:sldId id="343" r:id="rId53"/>
    <p:sldId id="273" r:id="rId54"/>
    <p:sldId id="274" r:id="rId55"/>
    <p:sldId id="275" r:id="rId56"/>
    <p:sldId id="276" r:id="rId57"/>
    <p:sldId id="342" r:id="rId58"/>
    <p:sldId id="288" r:id="rId59"/>
    <p:sldId id="344" r:id="rId60"/>
    <p:sldId id="341" r:id="rId61"/>
    <p:sldId id="345" r:id="rId62"/>
    <p:sldId id="346" r:id="rId63"/>
    <p:sldId id="349" r:id="rId64"/>
    <p:sldId id="348" r:id="rId65"/>
    <p:sldId id="352" r:id="rId66"/>
    <p:sldId id="350" r:id="rId67"/>
    <p:sldId id="351" r:id="rId68"/>
    <p:sldId id="353" r:id="rId69"/>
    <p:sldId id="354" r:id="rId70"/>
    <p:sldId id="355" r:id="rId71"/>
    <p:sldId id="356" r:id="rId72"/>
    <p:sldId id="357" r:id="rId73"/>
    <p:sldId id="358" r:id="rId74"/>
    <p:sldId id="359" r:id="rId75"/>
    <p:sldId id="360" r:id="rId76"/>
    <p:sldId id="361" r:id="rId77"/>
    <p:sldId id="362" r:id="rId78"/>
    <p:sldId id="363" r:id="rId79"/>
    <p:sldId id="364" r:id="rId80"/>
    <p:sldId id="373" r:id="rId81"/>
    <p:sldId id="365" r:id="rId82"/>
    <p:sldId id="366" r:id="rId83"/>
    <p:sldId id="367" r:id="rId84"/>
    <p:sldId id="368" r:id="rId85"/>
    <p:sldId id="371" r:id="rId86"/>
    <p:sldId id="372" r:id="rId87"/>
    <p:sldId id="369" r:id="rId88"/>
    <p:sldId id="370" r:id="rId89"/>
    <p:sldId id="374" r:id="rId90"/>
    <p:sldId id="375" r:id="rId91"/>
    <p:sldId id="486" r:id="rId92"/>
    <p:sldId id="485" r:id="rId93"/>
    <p:sldId id="487" r:id="rId94"/>
    <p:sldId id="488" r:id="rId95"/>
    <p:sldId id="376" r:id="rId96"/>
    <p:sldId id="379" r:id="rId97"/>
    <p:sldId id="380" r:id="rId98"/>
    <p:sldId id="381" r:id="rId99"/>
    <p:sldId id="382" r:id="rId100"/>
    <p:sldId id="398" r:id="rId101"/>
    <p:sldId id="434" r:id="rId102"/>
    <p:sldId id="399" r:id="rId103"/>
    <p:sldId id="400" r:id="rId104"/>
    <p:sldId id="401" r:id="rId105"/>
    <p:sldId id="402" r:id="rId106"/>
    <p:sldId id="403" r:id="rId107"/>
    <p:sldId id="404" r:id="rId108"/>
    <p:sldId id="405" r:id="rId109"/>
    <p:sldId id="406" r:id="rId110"/>
    <p:sldId id="407" r:id="rId111"/>
    <p:sldId id="408" r:id="rId112"/>
    <p:sldId id="286" r:id="rId113"/>
    <p:sldId id="409" r:id="rId114"/>
    <p:sldId id="410" r:id="rId115"/>
    <p:sldId id="411" r:id="rId116"/>
    <p:sldId id="412" r:id="rId117"/>
    <p:sldId id="413" r:id="rId118"/>
    <p:sldId id="414" r:id="rId119"/>
    <p:sldId id="433" r:id="rId120"/>
    <p:sldId id="432" r:id="rId121"/>
    <p:sldId id="416" r:id="rId122"/>
    <p:sldId id="421" r:id="rId123"/>
    <p:sldId id="428" r:id="rId124"/>
    <p:sldId id="429" r:id="rId125"/>
    <p:sldId id="430" r:id="rId126"/>
    <p:sldId id="431" r:id="rId127"/>
    <p:sldId id="384" r:id="rId128"/>
    <p:sldId id="395" r:id="rId129"/>
    <p:sldId id="383" r:id="rId130"/>
    <p:sldId id="385" r:id="rId131"/>
    <p:sldId id="386" r:id="rId132"/>
    <p:sldId id="387" r:id="rId133"/>
    <p:sldId id="388" r:id="rId134"/>
    <p:sldId id="389" r:id="rId135"/>
    <p:sldId id="390" r:id="rId136"/>
    <p:sldId id="391" r:id="rId137"/>
    <p:sldId id="392" r:id="rId138"/>
    <p:sldId id="393" r:id="rId139"/>
    <p:sldId id="394" r:id="rId140"/>
    <p:sldId id="422" r:id="rId141"/>
    <p:sldId id="423" r:id="rId142"/>
    <p:sldId id="424" r:id="rId143"/>
    <p:sldId id="425" r:id="rId144"/>
    <p:sldId id="426" r:id="rId145"/>
    <p:sldId id="427" r:id="rId146"/>
    <p:sldId id="435" r:id="rId147"/>
    <p:sldId id="436" r:id="rId148"/>
    <p:sldId id="437" r:id="rId149"/>
    <p:sldId id="438" r:id="rId150"/>
    <p:sldId id="439" r:id="rId151"/>
    <p:sldId id="440" r:id="rId152"/>
    <p:sldId id="441" r:id="rId153"/>
    <p:sldId id="442" r:id="rId154"/>
    <p:sldId id="443" r:id="rId155"/>
    <p:sldId id="444" r:id="rId156"/>
    <p:sldId id="445" r:id="rId157"/>
    <p:sldId id="446" r:id="rId158"/>
    <p:sldId id="284" r:id="rId159"/>
    <p:sldId id="447" r:id="rId160"/>
    <p:sldId id="469" r:id="rId161"/>
    <p:sldId id="470" r:id="rId162"/>
    <p:sldId id="471" r:id="rId163"/>
    <p:sldId id="452" r:id="rId164"/>
    <p:sldId id="453" r:id="rId165"/>
    <p:sldId id="454" r:id="rId166"/>
    <p:sldId id="455" r:id="rId167"/>
    <p:sldId id="456" r:id="rId168"/>
    <p:sldId id="457" r:id="rId169"/>
    <p:sldId id="458" r:id="rId170"/>
    <p:sldId id="459" r:id="rId171"/>
    <p:sldId id="460" r:id="rId172"/>
    <p:sldId id="461" r:id="rId173"/>
    <p:sldId id="462" r:id="rId174"/>
    <p:sldId id="463" r:id="rId175"/>
    <p:sldId id="464" r:id="rId176"/>
    <p:sldId id="465" r:id="rId177"/>
    <p:sldId id="466" r:id="rId178"/>
    <p:sldId id="467" r:id="rId179"/>
    <p:sldId id="468" r:id="rId180"/>
    <p:sldId id="472" r:id="rId181"/>
    <p:sldId id="473" r:id="rId182"/>
    <p:sldId id="474" r:id="rId183"/>
    <p:sldId id="475" r:id="rId184"/>
    <p:sldId id="476" r:id="rId185"/>
    <p:sldId id="477" r:id="rId186"/>
    <p:sldId id="478" r:id="rId187"/>
    <p:sldId id="479" r:id="rId188"/>
    <p:sldId id="480" r:id="rId189"/>
    <p:sldId id="481" r:id="rId190"/>
    <p:sldId id="482" r:id="rId191"/>
    <p:sldId id="483" r:id="rId192"/>
    <p:sldId id="484" r:id="rId193"/>
    <p:sldId id="320" r:id="rId1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y 1" id="{814ADC49-6938-44C7-9EAB-C09466F083C3}">
          <p14:sldIdLst>
            <p14:sldId id="281"/>
            <p14:sldId id="280"/>
            <p14:sldId id="293"/>
            <p14:sldId id="296"/>
            <p14:sldId id="298"/>
            <p14:sldId id="295"/>
            <p14:sldId id="297"/>
            <p14:sldId id="299"/>
            <p14:sldId id="300"/>
            <p14:sldId id="301"/>
            <p14:sldId id="302"/>
            <p14:sldId id="303"/>
            <p14:sldId id="304"/>
            <p14:sldId id="305"/>
            <p14:sldId id="306"/>
            <p14:sldId id="308"/>
            <p14:sldId id="309"/>
            <p14:sldId id="310"/>
            <p14:sldId id="311"/>
            <p14:sldId id="321"/>
            <p14:sldId id="312"/>
            <p14:sldId id="316"/>
            <p14:sldId id="317"/>
            <p14:sldId id="313"/>
            <p14:sldId id="314"/>
            <p14:sldId id="315"/>
            <p14:sldId id="318"/>
            <p14:sldId id="319"/>
          </p14:sldIdLst>
        </p14:section>
        <p14:section name="Day 2" id="{4507519C-0A0A-433C-8981-B470BE8B6B3B}">
          <p14:sldIdLst>
            <p14:sldId id="323"/>
            <p14:sldId id="489"/>
            <p14:sldId id="324"/>
            <p14:sldId id="325"/>
            <p14:sldId id="327"/>
            <p14:sldId id="326"/>
            <p14:sldId id="328"/>
            <p14:sldId id="329"/>
            <p14:sldId id="330"/>
            <p14:sldId id="331"/>
            <p14:sldId id="332"/>
            <p14:sldId id="333"/>
            <p14:sldId id="334"/>
            <p14:sldId id="336"/>
            <p14:sldId id="335"/>
            <p14:sldId id="337"/>
            <p14:sldId id="338"/>
            <p14:sldId id="339"/>
            <p14:sldId id="340"/>
          </p14:sldIdLst>
        </p14:section>
        <p14:section name="Day 3" id="{70DF6D26-D962-4880-BB71-8F40E859A252}">
          <p14:sldIdLst>
            <p14:sldId id="343"/>
            <p14:sldId id="273"/>
            <p14:sldId id="274"/>
            <p14:sldId id="275"/>
            <p14:sldId id="276"/>
            <p14:sldId id="342"/>
            <p14:sldId id="288"/>
            <p14:sldId id="344"/>
            <p14:sldId id="341"/>
            <p14:sldId id="345"/>
            <p14:sldId id="346"/>
            <p14:sldId id="349"/>
            <p14:sldId id="348"/>
            <p14:sldId id="352"/>
            <p14:sldId id="350"/>
            <p14:sldId id="351"/>
            <p14:sldId id="353"/>
            <p14:sldId id="354"/>
            <p14:sldId id="355"/>
            <p14:sldId id="356"/>
            <p14:sldId id="357"/>
            <p14:sldId id="358"/>
            <p14:sldId id="359"/>
            <p14:sldId id="360"/>
            <p14:sldId id="361"/>
            <p14:sldId id="362"/>
            <p14:sldId id="363"/>
            <p14:sldId id="364"/>
            <p14:sldId id="373"/>
            <p14:sldId id="365"/>
            <p14:sldId id="366"/>
            <p14:sldId id="367"/>
            <p14:sldId id="368"/>
            <p14:sldId id="371"/>
            <p14:sldId id="372"/>
            <p14:sldId id="369"/>
            <p14:sldId id="370"/>
            <p14:sldId id="374"/>
            <p14:sldId id="375"/>
            <p14:sldId id="486"/>
            <p14:sldId id="485"/>
            <p14:sldId id="487"/>
            <p14:sldId id="488"/>
            <p14:sldId id="376"/>
            <p14:sldId id="379"/>
            <p14:sldId id="380"/>
            <p14:sldId id="381"/>
            <p14:sldId id="382"/>
            <p14:sldId id="398"/>
            <p14:sldId id="434"/>
            <p14:sldId id="399"/>
            <p14:sldId id="400"/>
            <p14:sldId id="401"/>
            <p14:sldId id="402"/>
            <p14:sldId id="403"/>
            <p14:sldId id="404"/>
            <p14:sldId id="405"/>
            <p14:sldId id="406"/>
            <p14:sldId id="407"/>
            <p14:sldId id="408"/>
            <p14:sldId id="286"/>
            <p14:sldId id="409"/>
            <p14:sldId id="410"/>
            <p14:sldId id="411"/>
            <p14:sldId id="412"/>
            <p14:sldId id="413"/>
            <p14:sldId id="414"/>
            <p14:sldId id="433"/>
            <p14:sldId id="432"/>
            <p14:sldId id="416"/>
            <p14:sldId id="421"/>
            <p14:sldId id="428"/>
            <p14:sldId id="429"/>
            <p14:sldId id="430"/>
            <p14:sldId id="431"/>
            <p14:sldId id="384"/>
            <p14:sldId id="395"/>
            <p14:sldId id="383"/>
            <p14:sldId id="385"/>
            <p14:sldId id="386"/>
            <p14:sldId id="387"/>
            <p14:sldId id="388"/>
            <p14:sldId id="389"/>
            <p14:sldId id="390"/>
            <p14:sldId id="391"/>
            <p14:sldId id="392"/>
            <p14:sldId id="393"/>
            <p14:sldId id="394"/>
            <p14:sldId id="422"/>
            <p14:sldId id="423"/>
            <p14:sldId id="424"/>
            <p14:sldId id="425"/>
            <p14:sldId id="426"/>
            <p14:sldId id="427"/>
            <p14:sldId id="435"/>
            <p14:sldId id="436"/>
            <p14:sldId id="437"/>
            <p14:sldId id="438"/>
            <p14:sldId id="439"/>
            <p14:sldId id="440"/>
            <p14:sldId id="441"/>
            <p14:sldId id="442"/>
            <p14:sldId id="443"/>
            <p14:sldId id="444"/>
            <p14:sldId id="445"/>
            <p14:sldId id="446"/>
            <p14:sldId id="284"/>
            <p14:sldId id="447"/>
            <p14:sldId id="469"/>
            <p14:sldId id="470"/>
            <p14:sldId id="471"/>
            <p14:sldId id="452"/>
            <p14:sldId id="453"/>
            <p14:sldId id="454"/>
            <p14:sldId id="455"/>
            <p14:sldId id="456"/>
            <p14:sldId id="457"/>
            <p14:sldId id="458"/>
            <p14:sldId id="459"/>
            <p14:sldId id="460"/>
            <p14:sldId id="461"/>
            <p14:sldId id="462"/>
            <p14:sldId id="463"/>
            <p14:sldId id="464"/>
            <p14:sldId id="465"/>
            <p14:sldId id="466"/>
            <p14:sldId id="467"/>
            <p14:sldId id="468"/>
            <p14:sldId id="472"/>
            <p14:sldId id="473"/>
            <p14:sldId id="474"/>
            <p14:sldId id="475"/>
            <p14:sldId id="476"/>
            <p14:sldId id="477"/>
            <p14:sldId id="478"/>
            <p14:sldId id="479"/>
            <p14:sldId id="480"/>
            <p14:sldId id="481"/>
            <p14:sldId id="482"/>
            <p14:sldId id="483"/>
            <p14:sldId id="484"/>
            <p14:sldId id="32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8055C8-6855-6A4C-B383-D6474215CB3B}" v="27" dt="2025-10-16T20:46:22.30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19"/>
    <p:restoredTop sz="94632"/>
  </p:normalViewPr>
  <p:slideViewPr>
    <p:cSldViewPr snapToGrid="0">
      <p:cViewPr varScale="1">
        <p:scale>
          <a:sx n="145" d="100"/>
          <a:sy n="145" d="100"/>
        </p:scale>
        <p:origin x="568" y="4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2.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199"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189" Type="http://schemas.openxmlformats.org/officeDocument/2006/relationships/slide" Target="slides/slide184.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notesMaster" Target="notesMasters/notesMaster1.xml"/><Relationship Id="rId190" Type="http://schemas.openxmlformats.org/officeDocument/2006/relationships/slide" Target="slides/slide185.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slideMaster" Target="slideMasters/slideMaster1.xml"/><Relationship Id="rId9" Type="http://schemas.openxmlformats.org/officeDocument/2006/relationships/slide" Target="slides/slide4.xml"/><Relationship Id="rId180" Type="http://schemas.openxmlformats.org/officeDocument/2006/relationships/slide" Target="slides/slide175.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handoutMaster" Target="handoutMasters/handoutMaster1.xml"/><Relationship Id="rId200" Type="http://schemas.openxmlformats.org/officeDocument/2006/relationships/tableStyles" Target="tableStyles.xml"/><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presProps" Target="presProps.xml"/><Relationship Id="rId201" Type="http://schemas.microsoft.com/office/2015/10/relationships/revisionInfo" Target="revisionInfo.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customXml" Target="../customXml/item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viewProps" Target="viewProps.xml"/><Relationship Id="rId202" Type="http://schemas.microsoft.com/office/2018/10/relationships/authors" Target="authors.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10/21/25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15:36:20.286"/>
    </inkml:context>
    <inkml:brush xml:id="br0">
      <inkml:brushProperty name="width" value="0.1" units="cm"/>
      <inkml:brushProperty name="height" value="0.1" units="cm"/>
      <inkml:brushProperty name="color" value="#66CC00"/>
    </inkml:brush>
  </inkml:definitions>
  <inkml:trace contextRef="#ctx0" brushRef="#br0">1 1793 24575,'8'0'0,"0"0"0,13 0 0,8 0 0,-1 0 0,49 4 0,6 2 0,-30-1-2262,33 3 1,26 2 0,-24-2 2261,-28-2 0,18 1 0,21 2 0,-8-1-1571,-12 0 0,0-1 1571,11 0 0,9 0 0,-8 1 0,-9 1 0,5 1 0,-5-1 0,18 0 0,6 1 0,-9-1 0,-22-1 0,-19 1 0,2-1 0,9-1 0,22 1 0,13 0 0,5 0 0,-5 1 0,-14-2 0,-22-1 0,-13 0 0,0 0 0,24 0 0,27 0 0,13 0 0,0-1 0,-12 1 0,-27-2 0,-20 0 0,-1-1 0,9 1 0,21 1 0,12 0 0,5 0 0,-4 0 0,-13-1 0,-21-1 0,-8-1 0,-1 0 0,10 3 0,21 1 0,13 2 0,5 0 0,-5-1 0,-13 0 0,-22-2 0,-11-2 0,0 1 0,18 2 0,26 2 0,11 1 0,-1 0 0,-13-1 0,-26-3 0,17-1 0,-16 0 0,25 1 0,7 0 0,-9 0 0,-27-2 0,-2-1 0,1-1 0,23 1 0,-1 0 0,-26-1 0,-19-1 0,22 0 0,16 1 0,-20 0 0,-28 2 0,54-1 0,-1-1 5228,-54 2-5228,51-1 0,1-2 4698,-54 1-4698,54 0 0,-1 1 0,-54-2 0,54-3 0,0 1 0,-55 0 0,56-4 0,1 0 0,-53 4 0,52-6 0,-1 0 0,-53 3 0,58-3 0,4-1 0,-54 5 0,33-2 0,22-2 0,-19 2 0,-26 0 0,39-4 0,26-3 0,-25 1-416,-36 1 416,15-3 0,26-4 0,0-1 0,-24 4 0,-8-2 0,9-3 0,24-7 0,-1-1 0,-25 7 0,-16 2 0,29-12 0,21-9 0,-25 9 0,-41 14 0,23-12 0,17-8 0,-19 9 0,-26 11 0,24-12 0,15-9 0,-15 9 416,-22 11-416,25-11 0,17-8 0,-16 8 0,-20 13 0,25-13 0,20-9 0,-18 9 0,-19 10 0,28-14 0,21-10 0,-21 10 0,-28 13 0,34-14 0,25-10 0,-25 10-6001,-32 15 6001,31-14 0,-6 4 0,-52 22 0,44-19 0,6-3 0,-27 11 0,35-12 0,25-10 0,-24 8 0,-31 10 0,29-7 0,22-8 0,-22 8 0,-33 10 0,26-7 0,20-5 0,-19 6 6001,-24 9-6001,27-9 0,21-7 0,-22 7 0,-30 12 0,31-11 0,23-8 0,-23 8 0,-30 12 0,38-11 0,28-7 0,-25 7 0,-30 8 0,9-1 0,23-4 0,1 0 0,-22 4-460,-4 0 460,5 1 0,23-5 0,0 0 0,-23 6 0,-2 1 0,-2 0 0,20-4 0,0-1 0,-24 6 0,-14 3 0,31-5 0,22-5 0,-23 5 0,-36 6 0,23-2 0,18-2 0,-20 4 0,-31 5 0,44-5 0,0 1 460,-49 6-460,38-3 0,-1 0 0,-38 3 0,36 3 0,0 1 0,-36 2 0,40 4 0,-1 2 0,-37-3 0,44 9 0,0-1 0,-42-6 0,53 12 0,0 0 0,-51-11 0,50 13 0,-1-1 0,-55-12 0,37 10 0,-2 1 0,-40-12 0,33 13 0,0-1 0,-32-13 0,34 16 0,-1 0 0,-33-17 0,62 33 0,-63-30 0,35 18 0,-37-21 0,10 9 0,-22-13 0,5 14 0,-7-10 0,13 35 0,-11-30 0,29 60 0,-24-55 0,35 54 0,-36-58 0,26 29 0,-31-34 0,10 9 0,-12-15 0,8 9 0,-7-7 0,14 18 0,-13-15 0,18 26 0,-18-24 0,28 35 0,-28-34 0,32 37 0,-30-37 0,24 32 0,-23-36 0,17 33 0,-19-32 0,14 27 0,-16-28 0,12 23 0,-12-24 0,14 27 0,-13-24 0,15 22 0,-15-23 0,15 17 0,-15-19 0,18 21 0,-15-23 0,18 26 0,-20-24 0,16 20 0,-17-19 0,13 14 0,-13-14 0,14 17 0,-15-16 0,21 17 0,-22-17 0,19 20 0,-19-19 0,19 27 0,-19-26 0,22 33 0,-22-33 0,20 31 0,-21-32 0,21 27 0,-20-27 0,22 29 0,-22-28 0,22 28 0,-22-29 0,19 20 0,-19-22 0,12 9 0,-14-10 0,9 2 0,-6-5 0,1 5 0,0-7 0,-2 11 0,3-10 0,0 13 0,-3-11 0,4 17 0,-3-13 0,4 10 0,-5-12 0,2 5 0,-4-5 0,-1 0 0,-3-4 0,-3-4 0,0-1 0,3-3 0,-10-2 0,8 1 0,-49-24 0,41 20 0,-58-30 0,61 32 0,-44-22 0,43 24 0,-61-36 0,56 36 0,-61-39 0,64 42 0,-56-29 0,54 29 0,-46-21 0,50 22 0,-30-15 0,31 14 0,-18-9 0,20 9 0,-10-6 0,11 8 0,-4-5 0,10 6 0,9 6 0,-3-1 0,20 17 0,-18-13 0,26 20 0,-24-19 0,51 36 0,-46-32-1239,33 20 1239,-43-27 0,31 9 0,-22-9-6374,45 21 6374,-46-20-3128,51 23 3128,-52-21-842,41 14 842,-45-19 573,19 9-573,-20-12 0,3 6 4690,3-1-4690,-2 5 0,4-4 4549,-1 6-4549,-6-12 1771,1 6-1771,-3-6 0,-2-1 0,2-1 0,-4-4 0,7-6 0,-5 6 0,13-33 0,-11 29 0,10-25 0,-14 28 0,14-20 0,-12 16 0,17-34 0,-18 33 0,13-33 0,-14 31 0,9-28 0,-9 28 0,12-28 0,-11 30 0,15-30 0,-14 31 0,12-29 0,-14 30 0,6-25 0,-6 25 0,4-22 0,-4 22 0,1-19 0,-2 20 0,0-19 0,0 19 0,0-18 0,0 18 0,0-18 0,0 18 0,0-13 0,0 14 0,0-4 0,0 5 0,0 3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15:36:24.477"/>
    </inkml:context>
    <inkml:brush xml:id="br0">
      <inkml:brushProperty name="width" value="0.1" units="cm"/>
      <inkml:brushProperty name="height" value="0.1" units="cm"/>
      <inkml:brushProperty name="color" value="#66CC00"/>
    </inkml:brush>
  </inkml:definitions>
  <inkml:trace contextRef="#ctx0" brushRef="#br0">0 437 24575,'11'9'0,"-2"-1"0,-1-5 0,3 7 0,1-6 0,43 32 0,-31-24-3392,45 26 0,3 1 3392,-39-22-1513,27 13 1,18 9 0,-15-7 1512,-17-7-1012,19 7 1,18 7 0,-18-7 1011,-15-5-508,9-1 1,23 7 0,2 1 0,-19-9 507,6 2 0,0-3 0,26 7 0,10 3 0,-8-3 0,-23-8 0,-28-10 0,1 0 0,21 4 0,24 6 0,12 3 0,1 0 0,-12-3 0,-23-6 0,-18-2 0,1-1 0,19 1 0,25 4 0,13 2 0,-1-1 0,-11-1 0,-24-4 0,-18-2 0,2 0 0,7-2 0,21 2 0,12 1 0,5 1 0,-4-1 0,-13-2 0,-21-2 0,-7 0 0,0-1 0,11 0 0,22 3 0,14 1 0,4 1 0,-4-1 0,-14-2 0,-23-2 0,-9-2 0,-1 0 0,9 0 0,23 3 0,12 0 0,6 2 0,-6-2 0,-13-1 0,-22-2 0,-10-2 0,-1 0 0,21 2 0,25 2 0,13 0 0,-1 1 0,-13 0 0,-27-3 0,-24 0 0,-1 1 0,21 0 0,24 1 0,13 1 0,0 1 0,-13-2 0,-25-2 0,28 3 0,-32-3 0,23 3 0,10 0 0,0 0 0,-11-1 0,-25-3 0,22 3 0,-12-2 0,28 2 0,8 1 0,-10-1 0,-28-2 0,1 3 0,-5-5 0,25 1 0,9 0 0,-9-1 0,-25-1 0,1 1 0,12-1 0,31 0 0,-1 0 0,-29 0 0,-12 2 0,6-2 0,25 0 0,-1 0 0,-26 0 0,-11 2 0,4-1 0,22 0 0,-1-1 0,-24-1 0,-15-1 0,37 3 0,26 2 0,-25-2 0,-37-2 0,33 0 0,23 2 0,-26-2 0,-39-3 0,33 2 0,22 0 0,-23-1 0,-33 0 0,28 0 0,22 1 0,-21 0 0,-27-2 0,25 1 0,21 0 0,-20 0 0,-21-1 0,30-1 0,23 0 0,-21 0 0,-25 0 0,14-1 0,25-2 0,0 0 0,-23 1 0,-7-3 0,19 1 0,31-1 0,0 0 0,-28 1 0,-7-1 0,-6 3 0,25-1 0,9 0 0,-8 0 0,-24 1 0,16-3 0,-16 4 0,25 1 0,8-1 0,-8 1 0,-26-2 0,13-5 0,-18 7 0,23 1 0,7 0 0,-9 1 0,-24-2 0,4-3 0,5 3 0,23 0 0,-1 1 0,-28 0 0,-22-1 0,30-2 0,22-1 0,-23 0 0,-35-1 0,54-5 0,-3-1 0,-57 4 0,35-7 0,-2 0 0,-43 8 0,31-9 0,-1-1 0,-34 7 0,33-9 0,0 0 0,-34 10 0,39-18 0,0-1 0,-38 16 0,39-22 0,0-1 0,-39 21 0,34-19 0,0 0 0,-34 19 0,24-16 0,-1 2 0,-27 18 0,54-44 0,-56 43 0,57-49 0,-55 46 0,24-21 0,1-1 0,-22 21 0,24-23 0,0 2 0,-28 24 0,27-24 0,1-1 0,-27 24 0,30-24 0,2 0 0,-29 25 0,30-20 0,1-1 0,-30 22 0,28-20 0,0 1 0,-32 19 0,27-17 0,-1 1 0,-27 17 0,64-42 0,-65 39 0,62-42 0,-62 45 0,56-45 0,-57 48 681,48-40-681,-49 41 2260,38-33-2260,-39 31 0,32-26 0,-36 24 0,36-33 0,-35 31 0,32-40 0,-33 39 0,28-39 0,-28 42 0,26-37 0,-24 41 0,19-33 0,-22 31 0,19-27 0,-22 25 3485,17-19-3485,-19 20 5212,12-13-5212,-9 14 4441,4-12-4441,-5 12 305,4-14-305,-5 13 0,8-10 0,-9 11 0,6-4 0,-6 5 0,-1 3 0,-3 1 0,-3 2 0,-2 0 0,1 0 0,-21 5 0,17-4 0,-30 11 0,31-10 0,-21 11 0,23-12 0,-23 11 0,21-10 0,-26 13 0,27-13 0,-28 13 0,28-13 0,-20 10 0,22-10 0,-4 5 0,-4-4 0,9 3 0,-20-1 0,18 1 0,-21 0 0,20-3 0,-17 4 0,8-3 0,5 4 0,-5-5 0,17 2 0,-7-4 0,10 1 0,4-2 0,1 0 0,3 0 0,3-5 0,-5 4 0,47-22 0,-38 16 0,56-21 0,-62 23 0,33-13 0,-36 16 0,23-13 0,-22 13 0,11-8 0,-16 6 0,3 1 0,-4-2 0,3 4 0,-3-4 0,7 2 0,-8-2 0,11-4 0,-10 5 0,8-6 0,-7 6 0,8-6 0,-10 3 0,10-3 0,-8 3 0,7-6 0,-5 6 0,2-6 0,-2 9 0,-1-9 0,1 9 0,-3-7 0,2 8 0,-4-2 0,4 4 0,-5 6 0,5-1 0,-4 7 0,1 4 0,-2-6 0,0 19 0,0-20 0,5 43 0,-3-37 0,3 26 0,-5-34 0,0 17 0,0-13 0,0 25 0,0-25 0,2 20 0,-1-22 0,4 18 0,-2-20 0,2 18 0,-1-18 0,1 10 0,-5-11 0,5-2 0,-4 2 0,4-2 0,-5 3 0,5-3 0,-4 2 0,1-2 0,1 0 0,-2 2 0,4-1 0,-5 1 0,5 1 0,-2-3 0,3 4 0,0-5 0,-1 8 0,1-9 0,-1 6 0,-1-4 0,1 1 0,-5 1 0,3-2 0,-1 0 0,-1 2 0,1-2 0,-2 3 0,0-1 0,3-2 0,-3 2 0,3-2 0,-3 3 0,2-3 0,-1 2 0,1-2 0,-2 3 0,0-1 0,0 1 0,0 0 0,-2-3 0,1-1 0,-1-2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8T15:36:28.555"/>
    </inkml:context>
    <inkml:brush xml:id="br0">
      <inkml:brushProperty name="width" value="0.1" units="cm"/>
      <inkml:brushProperty name="height" value="0.1" units="cm"/>
      <inkml:brushProperty name="color" value="#66CC00"/>
    </inkml:brush>
  </inkml:definitions>
  <inkml:trace contextRef="#ctx0" brushRef="#br0">0 2295 24575,'12'3'0,"-4"0"0,0 0 0,0 4 0,4-3 0,-3 4 0,2-5 0,37 25 0,-32-22-3392,53 37 0,4 5 3392,-41-29-757,17 5 1,27 12 0,15 5 0,3 2 0,-9-5 0,-21-10 756,-12-7 0,0-1-506,17 6 0,23 7 1,10 4-1,-1 0 1,-13-7-1,-27-9 506,3-4-677,22 4 1,22 4 0,-24-5 676,-27-7 0,7-1 0,23 3 0,1 0 0,-20-4 0,2-2 0,12 4 0,28 6 0,2-1 0,-28-5 0,-1-4 0,-16 2 0,22 5 0,7 2 0,-8-1 0,-21-5 0,15 1 0,-17-1 0,23 5 0,12 2 0,1 0 0,-10-2 0,-23-4 0,-13-4 0,0 0 0,16 4 0,24 4 0,15 3 0,5 1 0,-4-1 0,-14-3 0,-23-4 0,-6-3 0,1 1 0,-2-1 0,20 3 0,14 3 0,6 0 0,0 1 0,-6-2 0,-13-2 0,-20-2 0,4 0 0,0-1 0,-5-1 0,21 1 0,12 2 0,7 0 0,0 1 0,-7-2 0,-13-1 0,-19-3 0,4 0 0,0 0 0,-4 0 0,19 2 0,14 1 0,7 1 0,-1 0 0,-6 0 0,-14-2 0,-20-2 0,1 0 0,0-1 0,5 2 0,22 2 0,12 2 0,5 0 0,-6-1 0,-13-1 0,-24-2 0,-13-2 0,0-1 0,9 2 0,20 1 0,13 2 0,4-1 0,-4 0 0,-12-1 0,-20-3 0,-5-1 0,1-1 0,15 1 0,25 2 0,12 1 0,0-1 0,-11 0 0,-26-2 0,-15-3 0,0 0 0,4 0 0,19 1 0,13 0 0,3 0 0,-3 1 0,-12-2 0,-19 1 0,-1-1 0,1-1 0,4 0 0,21 0 0,12 1 0,5-1 0,-6 0 0,-13 0 0,-22-1 0,-12 1 0,0-1 0,12 0 0,23-2 0,13 0 0,5 0 0,-5 0 0,-15 1 0,-23 0 0,30-2 0,-21 2 0,28-1 0,14-1 0,-1 1 0,-13 0 0,-28 1 0,19 1 0,-29 0 0,22-1 0,12 0 0,-1 0 0,-11 1 0,-23 0 0,25 0 0,-16 1 0,25 1 0,9 0 0,-9 0 0,-25 0 0,15 1 0,-15 1 0,25 1 0,7 1 0,-8-1 0,-26-1 0,9 0 0,-10 0 0,25 2 0,8 1 0,-9-1 0,-25-1 0,2-1 0,-7 0 0,25 2 0,7 1 0,-9-1 0,-23-2 0,1 0 0,-1-1 0,26 1 0,7 1 0,-7-1 0,-24-1 0,7-2 0,1 0 0,29-1 0,11 0 0,-9 0 0,-28 0 0,12-1 0,-24-1 0,23-1 0,13-1 0,-1-1 0,-11 1 0,-22 2 0,29-2 0,-18-3 0,27-5 0,8-1 0,-10 1 0,-28 3 0,5-3 0,-12 0 0,24-6 0,8-2 0,-9 1 0,-26 5 0,3-4 0,10-3 0,29-8 0,-1-1 0,-27 9 0,-11 0 0,5-1 0,25-9 0,1 0 0,-26 7 0,-6 1 0,-1 2 0,21-6 0,-2 1 0,-24 5 0,-15 3 0,33-8 0,23-7 0,-24 8 0,-36 10 0,17-7 0,24-9 0,1-1 0,-23 8 0,-12 0 0,11-2 0,21-11 0,-1 1 0,-23 9 0,-17 5 0,28-15 0,20-12 0,-20 11 0,-28 14 0,18-13 0,16-10 0,-16 11 0,-19 14 0,41-28 0,-1 3 0,-47 32 0,39-26 0,-3-1 0,-44 27 0,36-26 0,-2-1 0,-40 26 0,27-23 0,-2 0 0,-29 23 0,20-27 0,0 1 0,-21 26 0,28-42 0,1 0 0,-22 37 0,29-44 0,-1 2 0,-29 43 0,33-42 0,0-3 0,-32 42 0,35-40 0,-1 0 0,-36 40 0,27-33 0,-2 1 0,-31 35 0,23-34 0,0 0 0,-25 33 0,19-37 0,0-2 0,-18 35 0,12-33 0,-3 2 0,-13 37 0,12-34 0,0 1 0,-14 31 0,16-29 0,0-1 0,-15 31 0,34-67 0,-36 70 412,23-53-412,-24 58 1840,7-44-1840,-10 46 0,0-35 0,0 35 3144,0-25-3144,0 27 0,-3-27 0,3 26 0,-5-26 0,1 27 4702,-4-27-4702,4 26 0,-8-27 0,7 29 0,-11-21 0,12 21 5091,-9-16-5091,12 17 1195,-7-12-1195,8 12 0,-5-6 0,4 7 0,-4-5 0,4 4 0,-4-3 0,5 3 0,-6-1 0,6 2 0,-3 1 0,1-1 0,1 0 0,-4 3 0,4 3 0,-4 3 0,5 3 0,-5-3 0,4 2 0,-2-2 0,-9 15 0,9-9 0,-13 11 0,13-13 0,-13 16 0,11-14 0,-21 27 0,21-27 0,-16 24 0,14-27 0,-4 22 0,5-25 0,0 17 0,3-16 0,-2 12 0,4-9 0,-4 8 0,2-11 0,0 9 0,-2-9 0,4 9 0,-4-9 0,2 16 0,0-14 0,-5 22 0,7-19 0,-7 16 0,5-20 0,0 10 0,1-11 0,-1 1 0,5-2 0,-2-11 0,4 4 0,-2-7 0,6-5 0,-7 8 0,34-54 0,-28 45 0,26-39 0,-30 49 0,15-27 0,-9 25 0,14-36 0,-18 37 0,10-28 0,-14 27 0,4-17 0,-5 18 0,0-10 0,2 13 0,-1-10 0,1 11 0,-2-10 0,0 8 0,3-5 0,-2 5 0,1-2 0,-2 2 0,0 0 0,3 3 0,-3-2 0,3 2 0,-3-3 0,2 0 0,-1 1 0,1-1 0,1 0 0,0 3 0,0-7 0,2 8 0,-4-11 0,4 12 0,-5-7 0,3 5 0,-1 0 0,1 3 0,0 3 0,2 0 0,4 10 0,-3-11 0,17 28 0,-14-25-6784,19 30 6784,-20-31-119,20 23 119,-21-21 0,23 17 0,-24-16 0,22 14 0,-20-16 0,20 17 0,-19-18 0,24 20 0,-24-18 0,22 17 0,-23-18 0,22 20 0,-20-21 0,23 26 0,-24-27 0,26 27 0,-27-23 0,29 18 0,-33-17 0,26 10 0,-24-14 0,19 14 0,-16-13 6725,19 15-6725,-20-15 178,20 15-178,-19-17 0,14 14 0,-16-15 0,9 8 0,-10-7 0,2 0 0,-2 0 0,-3-1 0,2-1 0,-2 4 0,2-5 0,-1 5 0,1-4 0,-2 2 0,0-1 0,-1-1 0,-2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48.741"/>
    </inkml:context>
    <inkml:brush xml:id="br0">
      <inkml:brushProperty name="width" value="0.035" units="cm"/>
      <inkml:brushProperty name="height" value="0.035" units="cm"/>
      <inkml:brushProperty name="color" value="#E71224"/>
    </inkml:brush>
  </inkml:definitions>
  <inkml:trace contextRef="#ctx0" brushRef="#br0">0 9570 24575,'2'-1'0,"1"0"0,-1 0 0,0 0 0,0 0 0,0-1 0,1 1 0,-1 0 0,-1-1 0,1 0 0,0 0 0,2-2 0,8-6 0,-9 7 0,0 0 0,0 0 0,0 0 0,0 0 0,-1 0 0,1 0 0,-1-1 0,3-5 0,-3 5 0,0 0 0,1 0 0,-1 1 0,1-1 0,-1 1 0,1 0 0,0 0 0,0 0 0,5-3 0,-2 1 0,1-1 0,-1 1 0,0-1 0,0-1 0,-1 1 0,9-13 0,10-13 0,57-55 0,-35 35 169,135-145-1225,-143 160 753,2 2 0,1 1 0,47-28 0,48-30-1379,73-42-642,243-110 114,-121 87 723,-192 95 1026,760-314-1057,-803 339 1518,173-71 0,143-68-230,179-84-167,5-2 19,-333 152-237,301-138 4,148-89 189,-340 164 383,-175 85 484,251-100 163,-113 50-563,-68 10-45,34-15 0,168-45-184,92-40-56,184-64 41,-196 83 901,-441 159-139,101-50 1393,-106 49-1695,93-51 1025,-77 35-418,-67 40-435,-1-2-1,67-52 0,17-18 1033,-82 63-1395,-25 15-70,43-45 0,8-6 0,-55 50-74,41-45 1,-10 9 1890,27-31 1119,-60 64-2617,11-18-319,-23 30 0,0-1 0,16-15 0,-10 13 160,24-35-1,-25 31-16,22-24 0,12-12-143,6-7 0,67-64 0,-11 11 0,1 1 0,33-10 0,-74 66 0,-46 40 0,34-34 0,-45 39 0,1 2 0,17-12 0,0-1 0,122-97 0,-127 101 0,-16 13 0,0-1 0,16-16 0,-10 9 0,1 0 0,1 0 0,0 2 0,33-19 0,-38 23 0,22-19 0,-8 5 0,4-1 0,109-91 0,-60 57 0,18-17 0,-40 33 0,77-59 0,-111 87 0,32-15 0,9-6 0,-25 13 0,69-28 0,-27 14 0,74-32 0,-113 51 0,58-15 0,35-14 0,-55 14 0,19-7 0,-46 17 0,-35 15 0,1-1 0,29-18 0,-37 19 0,1 1 0,26-10 0,-28 13 0,1-1 0,-1-1 0,0 0 0,15-11 0,-9 5 0,-1 1 0,28-11 0,-26 13 0,-1-1 0,26-17 0,-26 14 0,40-19 0,-37 21 0,32-21 0,-33 19 0,1 0 0,30-12 0,-27 14 0,38-24 0,12-8 0,-38 24 0,128-65 0,-114 55 0,-36 20 0,1 1 0,30-13 0,-23 11 0,-1 0 0,26-16 0,28-13 0,-30 14 0,-35 19 0,0 0 0,1 1 0,-1 0 0,16-4 0,-18 6 0,0 0 0,0-1 0,0 0 0,0 0 0,-1-1 0,10-7 0,-11 7 0,0 1 0,1 0 0,-1 0 0,1 0 0,0 1 0,0-1 0,0 2 0,14-4 0,-14 3 0,-1 1 0,0-1 0,0 0 0,0 0 0,0 0 0,0-1 0,-1 0 0,6-5 0,16-10 0,8 5 0,-30 13 0,-1-1 0,1 1 0,0-1 0,-1 0 0,0 0 0,1-1 0,-1 1 0,5-5 0,-2 2 0,0 0 0,0 1 0,0 0 0,0 0 0,1 1 0,10-4 0,-9 4 0,-1-1 0,1 0 0,-1 0 0,11-8 0,-8 5 0,0 1 0,0 0 0,0 0 0,18-5 0,-16 6 0,1-1 0,18-11 0,-6-2 0,-22 15 0,1 0 0,0 0 0,0 1 0,0-1 0,0 1 0,9-3 0,53-23 0,-48 19 0,1 2 0,0 0 0,0 1 0,35-7 0,-50 13 9,-1-1 0,1 1 0,0-1 1,-1 1-1,1-2 0,-1 1 0,6-4 0,10-5-1447,-12 8-5388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50.073"/>
    </inkml:context>
    <inkml:brush xml:id="br0">
      <inkml:brushProperty name="width" value="0.035" units="cm"/>
      <inkml:brushProperty name="height" value="0.035" units="cm"/>
      <inkml:brushProperty name="color" value="#E71224"/>
    </inkml:brush>
  </inkml:definitions>
  <inkml:trace contextRef="#ctx0" brushRef="#br0">48 1 24575,'-42'0'0,"36"0"0,27 0 0,2 1 0,0 2 0,32 7 0,-21-3 0,25 3 0,-1-3 0,75 1 0,-12 4 0,13 0 0,-127-12 0,-3-1 0,0 1 0,0 0 0,-1 0 0,1 1 0,0-1 0,0 1 0,4 1 0,-7-1 0,0-1 0,0 1 0,0 0 0,0-1 0,0 1 0,0 0 0,0 0 0,0 0 0,0 0 0,0 0 0,-1 0 0,1 0 0,0 0 0,-1 0 0,1 1 0,-1-1 0,1 0 0,-1 0 0,1 0 0,-1 1 0,0-1 0,0 0 0,0 1 0,0-1 0,0 2 0,0 159 0,-2-68 0,2-90 0,0 0 0,0 0 0,-1-1 0,0 1 0,0 0 0,0 0 0,0-1 0,0 1 0,-1-1 0,1 1 0,-1-1 0,0 1 0,0-1 0,-1 0 0,1 0 0,-1 0 0,1 0 0,-1-1 0,0 1 0,0-1 0,-3 3 0,3-3-136,0 1-1,1-1 1,-1 1-1,1 0 1,0 0-1,0 0 1,0 0-1,0 0 0,-2 5 1,2-1-6690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53.511"/>
    </inkml:context>
    <inkml:brush xml:id="br0">
      <inkml:brushProperty name="width" value="0.035" units="cm"/>
      <inkml:brushProperty name="height" value="0.035" units="cm"/>
      <inkml:brushProperty name="color" value="#E71224"/>
    </inkml:brush>
  </inkml:definitions>
  <inkml:trace contextRef="#ctx0" brushRef="#br0">1857 84 24575,'-31'0'0,"0"-1"0,-38-7 0,-82-25 0,123 25 0,-1 2 0,1 0 0,-44-1 0,52 6 0,-12 1 0,-46-8 0,43 5 0,1 1 0,-56 3 0,21 1 0,-14-4 0,-88 4 0,160 0 0,1 0 0,0 0 0,-10 4 0,-21 5 0,-29 6 0,49-11 0,-38 6 0,49-10 0,0 0 0,0 1 0,-17 7 0,-13 3 0,-14 5 0,41-12 0,-1-1 0,1-1 0,-16 3 0,23-6 0,-1 1 0,1 1 0,0 0 0,0-1 0,0 2 0,0-1 0,0 1 0,1 0 0,-8 6 0,-28 18 0,31-22 0,-1-1 0,1 2 0,1-1 0,-1 2 0,1-1 0,-12 13 0,19-18 0,-1 1 0,0-1 0,0 0 0,0 0 0,-1 0 0,-4 2 0,6-3 0,-1 0 0,1 0 0,0 0 0,-1 0 0,1 1 0,0-1 0,0 1 0,0 0 0,0-1 0,0 1 0,0 0 0,1 0 0,-1 0 0,-2 4 0,2-1 0,0-1 0,0 0 0,-1-1 0,0 1 0,1 0 0,-1-1 0,0 1 0,-1-1 0,1 0 0,-7 5 0,7-5 0,0 1 0,-1-1 0,2 1 0,-1 0 0,0 0 0,1 0 0,-1 0 0,-2 8 0,-6 10 0,8-16 0,0 0 0,0 0 0,1 0 0,0 0 0,0 0 0,0 0 0,1 1 0,0-1 0,0 0 0,0 1 0,1-1 0,0 1 0,1-1 0,-1 1 0,1-1 0,0 0 0,1 1 0,0-1 0,0 0 0,0 0 0,3 6 0,0-6 0,-1-1 0,1 1 0,0-1 0,0 0 0,1-1 0,-1 1 0,1-1 0,0 0 0,0-1 0,1 1 0,10 3 0,9 6 0,-2 0 0,1-1 0,0-1 0,45 13 0,-61-21 0,0 0 0,0 2 0,11 6 0,13 6 0,-15-10 0,-1-1 0,30 5 0,-27-6 0,32 15 0,-6-3 0,-23-11 0,28 5 0,-32-8 0,0 1 0,-1 0 0,19 8 0,-21-6 0,1-1 0,23 4 0,19 6 0,-48-13 0,-1 0 0,1 0 0,0-1 0,-1 0 0,14-1 0,-12 0 0,1 1 0,0 0 0,15 3 0,-6 0 0,2-1 0,-1-2 0,0 0 0,30-3 0,5 0 0,9 3 0,74-2 0,-15-23 0,-101 20 0,-1-1 0,24-9 0,31-7 0,-50 17 0,-16 2 0,0 0 0,0-1 0,0 0 0,-1-1 0,16-6 0,20-10 0,-38 17 0,0 0 0,0-1 0,-1-1 0,0 1 0,0-1 0,0-1 0,-1 0 0,15-12 0,-16 10 0,0 0 0,-1 0 0,0 0 0,-1-1 0,0 0 0,0 0 0,-1 0 0,0-1 0,-1 1 0,0-1 0,3-14 0,-3 4 0,-1-1 0,0 1 0,-2-1 0,-2-34 0,-1 43 0,-1 0 0,1 0 0,-2 0 0,0 0 0,0 1 0,-8-13 0,11 21 0,-44-67 0,33 47 0,10 18 0,0 0 0,1 0 0,-2 1 0,1-1 0,0 1 0,-1 0 0,0 0 0,0 0 0,0 0 0,0 1 0,-6-4 0,6 4 0,0 0 0,1 0 0,-1 0 0,1 0 0,0 0 0,0-1 0,-4-5 0,6 6 0,-1 0 0,0 0 0,-1 1 0,1-1 0,0 0 0,-1 1 0,1 0 0,-1 0 0,0 0 0,0 0 0,0 0 0,0 0 0,0 1 0,-4-2 0,-47-9 0,39 9 0,1 0 0,-1 0 0,1-1 0,0-1 0,-22-11 0,14 4-1365,16 8-5461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55.709"/>
    </inkml:context>
    <inkml:brush xml:id="br0">
      <inkml:brushProperty name="width" value="0.035" units="cm"/>
      <inkml:brushProperty name="height" value="0.035" units="cm"/>
      <inkml:brushProperty name="color" value="#E71224"/>
    </inkml:brush>
  </inkml:definitions>
  <inkml:trace contextRef="#ctx0" brushRef="#br0">2785 1 24575,'-56'-1'0,"-62"3"0,38 10 0,48-7 0,-47 13 0,11-2 0,52-12 0,0 1 0,1 0 0,-26 13 0,-19 8 0,47-22 0,-2 1 0,0 0 0,-26 14 0,-25 22 0,-13-1 0,28-12 0,36-21 0,0 1 0,-15 12 0,-58 52 0,-7 11 0,74-62 0,-6 11 0,23-26 0,-1 0 0,1-1 0,-1 1 0,0-1 0,0 0 0,-10 6 0,13-8 0,-1 0 0,0 0 0,1 0 0,-1 0 0,1 0 0,0 0 0,0 1 0,0-1 0,1 1 0,-1-1 0,-1 7 0,-6 12 0,-10 6 0,-3 7 0,14-21 0,0-1 0,0 0 0,-1 0 0,-19 20 0,26-30 0,-1 0 0,0 1 0,1 0 0,-1 0 0,1 0 0,-2 6 0,3-6 0,0-1 0,-1 0 0,1 0 0,-1 0 0,0 0 0,0 0 0,0 0 0,0 0 0,-1-1 0,-3 5 0,-1-1 0,0 1 0,1-1 0,0 2 0,0-1 0,-8 15 0,-11 13 0,-89 113 0,103-133 0,-15 28 0,-3 3 0,-55 87 0,77-121 0,0 0 0,-8 23 0,11-24 0,-1 0 0,0 0 0,-1 0 0,-11 15 0,6-10 0,1 1 0,0 0 0,-13 34 0,-1 2 0,-62 119 0,74-150 0,8-16 0,0 0 0,1 1 0,0-1 0,-3 10 0,-10 36 0,-29 65 0,40-104 0,1 0 0,1 0 0,-4 25 0,5-23 0,-1 0 0,-8 27 0,-2-4 0,2 1 0,-7 54 0,9-46 0,-16 51 0,-19 81-349,13-45 125,-8 47-930,-23 108 1154,38-175 0,-40 161 0,-4 16-734,-12 44-177,27-112 911,16-60 0,0 53-287,-2 6-264,19-132 490,4 1 0,-7 147 0,20 188 90,5-227-43,2-122 14,17 96 0,-7-66 0,1-2 0,47 166 0,-44-206-2,3 14-10,55 131 1,59 114 11,-123-299 0,1-1 0,23 35 0,2 3 0,-11-16 1308,47 65 1,-44-67-800,-19-28-83,1 0-1,25 28 1,-19-29-426,0-1 0,0 0 0,1-2 0,32 16 0,-17-10 0,-2 3 0,-22-14 0,0-1 0,21 10 0,59 26 0,-76-35 0,5 2 0,0-1 0,1 0 0,33 8 0,48 12 0,-72-18 0,0-2 0,55 9 0,-76-16 0,18 1 0,0 1 0,0 2 0,0 0 0,25 10 0,-25-7 0,1-2 0,0 0 0,47 3 0,0 1 0,-6 0 0,0-3 0,71-2 0,-78 1 250,-53-4-365,-1-1-1,1 1 1,-1-2 0,1 1-1,0-1 1,0 0 0,-1 0-1,1-1 1,0 0-1,0-1 1,-1 0 0,1 0-1,12-6 1,-13 5-6711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57.296"/>
    </inkml:context>
    <inkml:brush xml:id="br0">
      <inkml:brushProperty name="width" value="0.035" units="cm"/>
      <inkml:brushProperty name="height" value="0.035" units="cm"/>
      <inkml:brushProperty name="color" value="#E71224"/>
    </inkml:brush>
  </inkml:definitions>
  <inkml:trace contextRef="#ctx0" brushRef="#br0">13 1 24575,'-1'0'0,"1"0"0,0 0 0,-1 0 0,1 0 0,-1 0 0,1 0 0,0 0 0,-1 0 0,1 0 0,-1 0 0,1 0 0,0 0 0,-1 0 0,1 0 0,0 0 0,-1 0 0,1 0 0,0 1 0,-1-1 0,1 0 0,0 0 0,-1 0 0,1 1 0,0-1 0,-1 0 0,1 1 0,0-1 0,0 0 0,-1 0 0,1 1 0,0-1 0,0 0 0,0 1 0,-1-1 0,1 0 0,0 1 0,0-1 0,0 1 0,0-1 0,0 0 0,0 1 0,0-1 0,0 1 0,0-1 0,0 0 0,0 1 0,0-1 0,0 0 0,0 1 0,0-1 0,0 1 0,1 0 0,-1 2 0,0 0 0,0 1 0,1-1 0,-1 0 0,1 0 0,0 1 0,0-1 0,0 0 0,1 0 0,-1 0 0,1 0 0,0 0 0,2 2 0,30 37 0,-23-30 0,22 15 0,-3-2 0,-11-7 0,0-1 0,38 26 0,-28-28 0,-22-12 0,-1 1 0,0-1 0,1 1 0,-1 0 0,6 6 0,-4-3 0,0-1 0,0 0 0,15 7 0,-17-9 0,1 0 0,-1 0 0,1 0 0,-1 0 0,0 1 0,-1 0 0,10 12 0,3 5 0,-13-17 0,-1 0 0,0 1 0,0-1 0,0 1 0,-1-1 0,0 1 0,4 10 0,-6-13 0,1 0 0,-1 0 0,1 0 0,0 0 0,0 0 0,3 4 0,-3-5 0,0 0 0,0 0 0,-1 0 0,1 1 0,-1-1 0,1 0 0,0 5 0,-1-6 0,-1 0 0,0 0 0,0 0 0,0 1 0,0-1 0,0 0 0,-1 0 0,1 0 0,0 0 0,0 0 0,-1 0 0,1 0 0,0 0 0,-1 0 0,1-1 0,-1 1 0,0 0 0,1 0 0,-1 0 0,0 0 0,1-1 0,-1 1 0,0 0 0,0 0 0,-1 0 0,-5 4 0,-1 1 0,0-2 0,-1 1 0,-13 5 0,-16 8 0,-60 33-1365,92-47-5461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39:59.089"/>
    </inkml:context>
    <inkml:brush xml:id="br0">
      <inkml:brushProperty name="width" value="0.035" units="cm"/>
      <inkml:brushProperty name="height" value="0.035" units="cm"/>
      <inkml:brushProperty name="color" value="#E71224"/>
    </inkml:brush>
  </inkml:definitions>
  <inkml:trace contextRef="#ctx0" brushRef="#br0">1629 49 24575,'-2'-1'0,"-1"0"0,1 0 0,0 0 0,0 0 0,0 0 0,0 0 0,0 0 0,-3-3 0,-9-5 0,-4 3 0,-1 0 0,-1 1 0,1 2 0,0-1 0,-22 1 0,-103 3 0,65 2 0,46-3 0,0 2 0,0 1 0,0 1 0,-48 12 0,22 0 0,29-8 0,-53 20 0,-16 10 0,83-30 0,0 0 0,0 2 0,1-1 0,0 2 0,-21 18 0,3-4 0,-73 65 0,76-62 0,-20 21 0,-31 26 0,57-53 0,1 1 0,1 1 0,-32 42 0,-3 5 0,44-54 0,1 0 0,1 1 0,-13 29 0,6-12 0,6-10 0,2 1 0,0 0 0,2 1 0,0 0 0,2 0 0,1 1 0,-2 29 0,5-36 0,-3 20 0,1 41 0,4-68 0,0 1 0,1-1 0,0 0 0,1 0 0,1-1 0,8 26 0,-9-31 0,1 1 0,0-1 0,0 1 0,1-1 0,0 0 0,0 0 0,1-1 0,0 1 0,0-1 0,0 0 0,1-1 0,6 7 0,1-2 0,0 1 0,-1 0 0,19 24 0,-19-21 0,0-1 0,0 0 0,17 12 0,28 22 0,-42-33 0,1 0 0,1-1 0,36 20 0,-29-21-351,242 111-220,-168-79-1213,-66-27 1739,55 19 0,407 97 45,-163-89 0,-146-24 0,-87-12-5,134-5-1,-123-5-167,-66 1-158,0-3 0,68-13 0,80-32 341,-161 39-90,-1-2-1,0 0 0,52-32 1,-69 36 824,-1-1 1,0-1-1,11-10 1,-6 4 164,-10 10-878,0 0 0,-1-1 0,0 1 1,-1-1-1,0 0 0,0-1 0,0 1 0,-1 0 0,0-1 1,0 0-1,-1 0 0,0 0 0,2-12 0,-1-11-55,-1 1 0,-3-41 0,0 22 58,-1 33-34,0 0 0,-1 0 0,0 0 0,-1 1 0,-13-30 0,-4-22 0,15 49 8,0-1 0,-1 1 0,-1-1 0,-14-21 1,-46-64-529,4 9 310,-26-41 210,59 88 0,-51-59 0,34 57 0,-17-20 0,57 61 141,0 1 0,-1 0 0,-13-10 0,12 10-110,1 0 0,0 0 1,-10-12-1,2 3-31,-1 0 0,-1 1 0,0 0 0,-1 2 0,0 1 0,-23-12 0,-17-12 0,40 26 10,0 1 1,-1 1-1,0 0 0,-26-6 0,-29-11-724,-116-50 581,162 65 133,0 2 0,0 1 0,-51-7 0,-96-2 0,162 16 0,-312 0-182,305 3 183,0 2 0,0 0 0,1 2 0,-1 0 0,1 2-1,-20 10 1,-18 5 125,24-12 635,20-6-732,0 0-1,-27 13 0,2 4-35,-37 21-1351,71-39-5468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1:56.281"/>
    </inkml:context>
    <inkml:brush xml:id="br0">
      <inkml:brushProperty name="width" value="0.035" units="cm"/>
      <inkml:brushProperty name="height" value="0.035" units="cm"/>
      <inkml:brushProperty name="color" value="#E71224"/>
    </inkml:brush>
  </inkml:definitions>
  <inkml:trace contextRef="#ctx0" brushRef="#br0">19 82 24575,'-19'-4'0,"19"4"0,0 0 0,0 0 0,0-1 0,0 1 0,0 0 0,0 0 0,0-1 0,0 1 0,0 0 0,0 0 0,0-1 0,0 1 0,1 0 0,-1 0 0,0-1 0,0 1 0,0 0 0,0 0 0,0-1 0,0 1 0,1 0 0,-1 0 0,0 0 0,0 0 0,0-1 0,1 1 0,-1 0 0,0 0 0,0 0 0,1 0 0,-1 0 0,0 0 0,0-1 0,0 1 0,1 0 0,-1 0 0,5-2 0,-1 0 0,1 0 0,-1 1 0,1-1 0,9-1 0,29 2 0,-31 1 0,1-1 0,-1 0 0,18-4 0,1-3 0,0 2 0,1 0 0,54-2 0,-28 2 0,-24 1 0,24-6-1365,-49 11-5461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43.051"/>
    </inkml:context>
    <inkml:brush xml:id="br0">
      <inkml:brushProperty name="width" value="0.035" units="cm"/>
      <inkml:brushProperty name="height" value="0.035" units="cm"/>
      <inkml:brushProperty name="color" value="#E71224"/>
    </inkml:brush>
  </inkml:definitions>
  <inkml:trace contextRef="#ctx0" brushRef="#br0">1182 1 24575,'0'7'0,"0"1"0,0-1 0,-1 1 0,0-1 0,0 1 0,-1-1 0,0 0 0,0 0 0,-1 0 0,1 0 0,-2 0 0,-6 12 0,-26 47 0,20-34 0,-90 160 0,17-49-282,-5 9-26,54-81-368,-89 114 1,92-135 562,3-5-40,-49 73-486,-3 2 639,18-28 0,31-48 1003,28-34-579,0 0 0,1 1 0,-10 16 1,5-7-376,-1 0 0,-31 34 0,4-5-50,-21 27 1,58-71 0,-1 0 0,1 0 0,-1-1 0,0 0 0,-8 5 0,-13 12 0,14-9-1365,7-8-5461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43.583"/>
    </inkml:context>
    <inkml:brush xml:id="br0">
      <inkml:brushProperty name="width" value="0.035" units="cm"/>
      <inkml:brushProperty name="height" value="0.035" units="cm"/>
      <inkml:brushProperty name="color" value="#E71224"/>
    </inkml:brush>
  </inkml:definitions>
  <inkml:trace contextRef="#ctx0" brushRef="#br0">0 1 24575,'0'3'0,"1"0"0,-1 0 0,1 0 0,-1 0 0,1 0 0,0 0 0,0 0 0,0-1 0,1 1 0,-1 0 0,1-1 0,-1 1 0,1-1 0,0 1 0,4 3 0,3 2 0,0 1 0,18 10 0,-1 1 0,7 7-124,129 103-778,-10-4-431,38 28 517,-35-32-449,90 81 1265,18 22 0,-145-128 0,41 39 0,-76-57-1461,47 47 1514,-31-7-7,-56-72 1243,-32-36-779,0 1 1,0 0-1,11 18 0,51 69 1254,-31-46-1056,-21-28-2073,-17-19-5461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46.313"/>
    </inkml:context>
    <inkml:brush xml:id="br0">
      <inkml:brushProperty name="width" value="0.035" units="cm"/>
      <inkml:brushProperty name="height" value="0.035" units="cm"/>
      <inkml:brushProperty name="color" value="#E71224"/>
    </inkml:brush>
  </inkml:definitions>
  <inkml:trace contextRef="#ctx0" brushRef="#br0">625 1 24575,'-61'-1'0,"-64"3"0,118-2 0,0 2 0,0-1 0,1 1 0,-1 0 0,1 0 0,-1 1 0,1 0 0,0 0 0,0 0 0,-10 8 0,-1 3 0,1 1 0,-16 17 0,25-24 0,-19 14 0,21-19 0,0 0 0,0 1 0,1 0 0,0 0 0,-7 8 0,8-8 0,-1 0 0,0 0 0,1 0 0,-1-1 0,0 0 0,-6 4 0,6-5 0,0 1 0,0 0 0,0 0 0,0 0 0,1 1 0,0-1 0,-6 8 0,6-7 0,1 0 0,-1 0 0,-1-1 0,1 1 0,0-1 0,-1 0 0,-6 5 0,0 0 0,6-5 0,0 1 0,1 0 0,0 0 0,0 0 0,0 0 0,-3 8 0,3-7 0,0 0 0,1-1 0,-1 1 0,-1-1 0,1 0 0,-7 7 0,4-5 0,1 1 0,-1 1 0,2-1 0,-1 1 0,1 0 0,0 0 0,1 0 0,0 0 0,0 1 0,-3 15 0,1 4 0,1 1 0,1-1 0,1 1 0,3 40 0,1-58 0,1 0 0,0 0 0,1-1 0,0 1 0,1-1 0,12 20 0,-13-24 0,1 0 0,0-1 0,0 0 0,10 9 0,6 5 0,-7-6 0,0-1 0,0-1 0,1-1 0,23 13 0,6 2 0,0-2 0,68 25 0,-28-21 0,2-4 0,99 15 0,-122-31 0,84-1 0,-101-6 0,-24 2 0,0-2 0,0-1 0,0 0 0,-1-2 0,39-9 0,-24 1 0,-8 2 0,54-24 0,-75 29 0,-1 0 0,0-1 0,0 0 0,-1 0 0,1 0 0,4-7 0,12-11 0,-17 18 0,0 0 0,0-1 0,-1 0 0,0 0 0,0 0 0,-1 0 0,0-1 0,0 1 0,0-1 0,-1 0 0,0 0 0,0 0 0,-1 0 0,1-7 0,1-16 0,-2 1 0,-2-35 0,-1 15 0,2 35 0,1 8 0,-1 0 0,0 0 0,0 0 0,0 0 0,-1 0 0,0 1 0,-1-1 0,1 0 0,-1 0 0,0 1 0,-3-7 0,-30-46 0,31 51 0,0 0 0,0 0 0,-4-13 0,7 16 0,0-1 0,-1 1 0,0-1 0,0 1 0,0 0 0,-1 0 0,1 0 0,-1 0 0,0 0 0,0 0 0,0 1 0,-1 0 0,-5-5 0,6 5 0,0 0 0,0 0 0,0 0 0,0 0 0,0 0 0,1 0 0,-4-6 0,-10-12 0,-40-27 0,43 37 0,-1 0 0,0 1 0,-20-11 0,16 11 0,-30-25 0,44 32 0,-1 0 0,1 1 0,-1-1 0,1 1 0,-1 0 0,-8-3 0,-21-10 0,13 3 0,-29-13 0,28 14 0,-27-16 0,42 23-136,1 0-1,-1 0 1,0 0-1,0 1 1,0 0-1,0 0 1,0 1-1,-1 0 0,-12-2 1,10 4-6690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49.831"/>
    </inkml:context>
    <inkml:brush xml:id="br0">
      <inkml:brushProperty name="width" value="0.035" units="cm"/>
      <inkml:brushProperty name="height" value="0.035" units="cm"/>
      <inkml:brushProperty name="color" value="#E71224"/>
    </inkml:brush>
  </inkml:definitions>
  <inkml:trace contextRef="#ctx0" brushRef="#br0">741 1 24575,'-9'0'0,"1"1"0,-1 0 0,0 1 0,0 0 0,0 0 0,1 1 0,-1 0 0,-14 8 0,-2 3 0,-33 25 0,51-34 0,-15 14 0,1 0 0,1 1 0,1 1 0,1 1 0,-20 30 0,19-13 0,1-1 0,5-17 0,2 1 0,0 0 0,2 1 0,-10 33 0,14-43 0,-1 0 0,-8 15 0,-6 15 0,-34 80 0,-3 7 0,51-110 0,-6 34 0,8-36 0,0 0 0,-11 30 0,-23 43 0,29-66 0,-10 43 0,4-8 0,6-31 0,2 0 0,2 0 0,-3 37 0,3-25 0,-1 22 0,6-35 0,-1-9 0,1 1 0,1-1 0,0 0 0,2 0 0,0-1 0,1 1 0,10 28 0,-9-33 0,-1 0 0,0 0 0,3 21 0,4 18 0,-6-40 0,0 1 0,14 23 0,-13-27 0,0 2 0,-1-1 0,0 1 0,4 15 0,-7-18 0,0 0 0,1 0 0,1 0 0,-1 0 0,1-1 0,1 1 0,7 9 0,-11-16 0,1-1 0,0 1 0,0-1 0,0 0 0,0 0 0,0 0 0,0 0 0,0 0 0,0 0 0,0 0 0,0-1 0,0 1 0,0-1 0,1 0 0,3 1 0,41-3 0,-26 1 0,606 0-683,-322 2-499,-16-14 1182,-124 7 0,-70 1 0,312-18 0,-153 11 0,-145 8-189,143-3-1319,95-1 1508,-150 6 0,13 1 0,-90-11-820,35 0-369,180 4 1189,57-4-1499,127 8 1557,-291 6-42,832-2 74,-700-13-154,3 5 51,180 4-123,-304 6 97,22-4 39,275 4 0,-33 22-125,-284-7 56,-17 1 16,-27-10 38,240 6-41,-17-2 116,-33-4-60,244-3 0,-338-7 0,76-7 0,203 4 0,-309 7 0,169 0-683,425-4-60,-647-3 743,137-2 0,1279 7-513,-1114-11 410,-24 2 103,140 5 39,-341 5-28,336-1 262,486 0 1196,-363 0 6099,-554-12-7470,-77 5-98,-68 5 0,32-1 0,-38 3 0,0-1 0,23-4 0,53-9 0,-32 4 0,126-5 0,-97 3 0,-61 12 0,56-8 0,-29 4 0,-45 4 0,0 0 0,0-1 0,19-4 0,-29 4 0,2 0 0,-1 0 0,0 0 0,0 0 0,0 0 0,0-1 0,0 0 0,4-2 0,-7 2 0,0 1 0,1 0 0,-1-1 0,0 1 0,0-1 0,0 1 0,0-1 0,0 1 0,-1-1 0,1 0 0,0 0 0,-1 1 0,1-1 0,-1 0 0,1 0 0,-1 0 0,0 0 0,0 1 0,0-4 0,5-66 0,0-21 0,-4-12 0,-2-81 0,-5 131 0,0-26 0,-2-78 0,-4-1 0,7 65 0,5 64 0,-1 1 0,-8-44 0,-19-100 0,22 135 0,-6-31 0,7 37 0,3 17 0,0 1 0,0-18 0,0 16 0,1 1 0,-2-1 0,-6-24 0,2 11 0,6 27 0,1 1 0,-1-1 0,0 1 0,1 0 0,-1 0 0,0-1 0,0 1 0,0 0 0,0 0 0,0 0 0,0 0 0,0 0 0,0 0 0,0 0 0,-1 0 0,1 0 0,0 0 0,-1 1 0,1-1 0,0 0 0,-1 1 0,1 0 0,-1-1 0,1 1 0,-1 0 0,1-1 0,-3 1 0,-6 0 0,-1-1 0,1 1 0,-11 2 0,2 0 0,-796 0-2670,415-4 1762,-1975 2-5357,1939 12 6265,91 0-14,89 0 14,-86 6 0,141-5 0,38-9 0,-68 5 0,23 4 0,-64 7 0,-172 12 0,388-29 0,-521 29 2045,278-13-2045,-103 9 0,169-15 1685,76-10-1685,-31 3 0,-202 1 793,232-9-590,-1029 2-1132,819-14-1191,318 11 2457,-225-19-337,7 0 0,-336-5 0,316 18 0,79 4 0,-272 3 0,89 1 0,212-3 0,-152-3 0,-236-2 0,86-2 0,161 9 0,-11 0 0,174-8 0,-38-2 0,-16 6 0,-63 0 0,-158-11 0,-7-1 0,58 7-771,-17-1 771,30 4 0,102 5 108,-43-3 27,203 1 139,-92-9 428,137 7-702,-89 3 0,-6-1 0,-226-2 1751,227 9-1305,-258-2 4752,399 1-5198,0 1 0,0 0 0,-17 5 0,17-3 0,0-1 0,-28 2 0,-7 1 0,20-1 0,-29 6 0,37-7 0,-1 0 0,-35 0 0,35-4 0,7-1 0,0 1 0,0 1 0,0 1 0,-18 3 0,7 0 0,0-1 0,-36 1 0,24-3 0,-42 10 0,49-7 0,18-2 0,-1-1 0,-16 0 0,21-2 0,0 1 0,0 1 0,0 0 0,-13 4 0,13-3 0,0 0 0,0-1 0,-1 0 0,-12 0 0,3-2 0,0 2 0,-24 4 0,14-3-1365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50.799"/>
    </inkml:context>
    <inkml:brush xml:id="br0">
      <inkml:brushProperty name="width" value="0.035" units="cm"/>
      <inkml:brushProperty name="height" value="0.035" units="cm"/>
      <inkml:brushProperty name="color" value="#E71224"/>
    </inkml:brush>
  </inkml:definitions>
  <inkml:trace contextRef="#ctx0" brushRef="#br0">1 1358 24575,'12'81'0,"-1"23"0,-12-30 0,2 83 0,5-120 0,0 18 0,-6-45 0,-1-7 0,1 0 0,-1-1 0,1 1 0,0-1 0,0 1 0,0 0 0,1-1 0,-1 1 0,1-1 0,-1 1 0,1-1 0,0 1 0,1 2 0,24-35 0,-10 4 0,-12 20 0,0 0 0,0-1 0,0 2 0,1-1 0,8-8 0,25-26 0,-29 30 0,1 0 0,0 0 0,15-12 0,17-10-573,58-60 1,19-15-329,-28 35 511,327-235-3641,-211 167 3328,103-64-570,161-69-308,-424 246 1694,244-128-841,-137 74 1311,-44 22-236,-33 16 682,47-21 1721,-113 59-2868,2 0 1126,1-1 0,-1 0 0,0-1 0,-1-1 0,15-11 0,-19 13-2373,-1 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7:54.202"/>
    </inkml:context>
    <inkml:brush xml:id="br0">
      <inkml:brushProperty name="width" value="0.035" units="cm"/>
      <inkml:brushProperty name="height" value="0.035" units="cm"/>
      <inkml:brushProperty name="color" value="#E71224"/>
    </inkml:brush>
  </inkml:definitions>
  <inkml:trace contextRef="#ctx0" brushRef="#br0">10967 323 24575,'-1112'43'-15566,"908"-31"14749,-365 22 817,-799 36 0,199-26 0,654-23 0,-1460 59 0,1346-60 0,-686 42 0,907-32 0,-288 27 0,80 39 2057,492-74-508,-62 14 910,167-33-488,-18 3 1157,35-6-2884,1 1-1,-1-1 1,1 0 0,0 1-1,-1-1 1,1 1 0,0 0-1,-1-1 1,1 1 0,0 0-1,0 0 1,0 0 0,0 0-1,0 0 1,0 0-1,0 0 1,0 0 0,-1 2-1,2-2-220,0 0-1,0 0 0,0 0 0,0-1 0,1 1 0,-1 0 0,0 0 1,1 0-1,-1 0 0,0 0 0,1-1 0,-1 1 0,1 0 0,-1 0 0,1-1 1,0 1-1,-1 0 0,1-1 0,0 1 0,-1-1 0,1 1 0,0-1 1,0 1-1,0-1 0,-1 1 0,1-1 0,0 0 0,2 1 0,27 11-99,-28-11 102,41 10-829,1-2-1,0-1 1,50 1 0,-38-3 706,403 31-7943,242-26 4171,-454-13 3002,462 3 732,976-10-17,474-88 153,-1866 80 0,956-74 0,-2-26 0,-1185 111 0,886-105 0,-157 16 0,209-33 0,-624 77 0,-136 19 0,267-37 0,225-29 0,-304 43 0,-2 4 843,-256 32-415,26-11 1858,-114 14 1738,-67 11-1006,-26 4 146,-26 3-1152,-163 22-3873,-195 20-4993,-31-4 2739,-360 27 1225,-873 48 2831,1189-79 63,-8 1-4,-309 22 0,-600 8 0,803-32 0,-52 2 0,-9 20 5891,640-57-5071,1 1 1,0 0-1,0 0 1,0 1-1,-8 2 1,12-4-735,0 1 0,0-1 0,0 0 0,-1 0 0,1 0 0,0 0 0,0 0 0,-1 0-1,1 0 1,0 1 0,0-1 0,0 0 0,0 0 0,-1 0 0,1 0 0,0 1 0,0-1 0,0 0 0,0 0 0,0 0 0,0 1 0,-1-1 0,1 0 0,0 0-1,0 1 1,0-1 0,0 0 0,0 0 0,0 1 0,0-1 0,0 0 0,0 0 0,0 1 0,0-1 0,0 0 0,0 0 0,1 1 0,0 0 65,0 0 0,0-1 1,0 1-1,0 0 0,0-1 1,1 1-1,-1 0 1,0-1-1,0 0 0,1 1 1,-1-1-1,2 1 0,126 23-3997,209 12 1,-173-23 3605,397 17-6399,-274-19 5373,1760 54 1073,-1590-54 175,385 1 18,-102-2 0,1393 25 0,-1706-27 0,406 10 0,139 6 0,-543-15 0,-58-1 0,633 17 0,-807-19 0,446 24 0,-501-19 755,196 22 2076,-333-32-2628,-3-1 98,-1 0-1,0 0 1,1 1 0,-1-1-1,0 1 1,1-1-1,-1 1 1,0 0-1,0 0 1,0 0 0,0 0-1,0 0 1,4 3-1,-6-4-142,0 1-1,0-1 1,0 1-1,-1-1 1,1 0-1,0 1 0,0-1 1,0 1-1,-1-1 1,1 0-1,0 1 1,0-1-1,-1 0 0,1 1 1,0-1-1,-1 0 1,1 1-1,0-1 1,-1 0-1,1 0 0,-1 1 1,1-1-1,0 0 1,-1 0-1,1 0 1,-1 0-1,1 0 1,0 1-1,-1-1 0,1 0 1,-1 0-1,0 0 1,-16 4 1348,-18 2-1380,-64 0 0,27-3-2026,-190 17-3365,-450 29-1753,-402-11 6250,59-14 768,603-15 0,-545 5 0,841-13 0,-1314-6 0,2-47 0,-122-79 0,1131 89 0,-353-21 0,-222-22 0,3-3-101,-2 55 1347,1006 34-701,-60-1 1505,31 0 3150,66 5 1313,20 5-5707,45 6-3148,1-4 1,134 4-1,-82-8-995,456 17 589,1-23-67,-359-3 2481,8573 1 334,-7595-7 0,-502 1 0,23 1 0,1083 0 0,-1766 5 69,346 19 3174,-358-13-937,-22-1 808,-22-2 135,-126 6-403,-37 3-8104,-413 28-2957,329-26 7327,-981 41 498,669-34 314,-1369 7 76,1105-26 0,-2915 5 0,2215-9 0,162-22 0,-2 0 0,1141 23 105,-249 2 521,3 28 10,477-29-484,-19 2 608,1 1 0,-1 0 1,1 2-1,0 1 0,-24 9 1,45-14-537,1 0 1,-1-1-1,1 1 1,-1 0 0,1 0-1,-1 0 1,1 0-1,-1 1 1,1-1-1,0 0 1,0 0 0,-1 1-1,1-1 1,0 1-1,0-1 1,1 1 0,-2 1-1,2-2-77,0 0-1,0 0 0,0 0 1,0 0-1,0 0 1,1 0-1,-1-1 0,0 1 1,0 0-1,1 0 0,-1 0 1,1 0-1,-1-1 1,1 1-1,-1 0 0,1 0 1,-1-1-1,1 1 1,0-1-1,-1 1 0,1 0 1,0-1-1,-1 1 1,1-1-1,0 1 0,0-1 1,0 0-1,-1 1 1,1-1-1,0 0 0,0 0 1,0 1-1,0-1 1,1 0-1,33 8-312,0-2-1,52 4 1,-47-6-1134,477 24-8608,4-27 7188,-258-3 1963,402 1 694,1020 3 63,-897 10 0,-236-2 0,1268 32 0,-638-11 0,-294-19 0,480 14 0,-373 8 0,455 19 0,-790-7-153,-68-4 1918,-515-40-491,-48-1 1627,-11-1 3349,-287-3-6252,-361 6-9566,273 1 8803,-543 4-937,214-7 1702,-662-3 0,260-32 0,1-33 0,382 20 0,-992-77 0,753 54 0,286 23 0,-529-14 3927,1143 61 2280,58 5-472,11 6-5281,47 5-2821,114 13 0,77-9-816,-94-9 318,482 31-2181,328 4 4698,-668-33 201,1011 24 147,-601-20 0,721 33 0,-537-17 0,191 31 0,-440-22 0,244 20 0,252 25 1348,-1031-82 1231,-41-5 3572,-224 0-244,-81-12-10469,58 2 2698,-70-1-1723,-319-17-1224,-566-27 3650,735 42 1161,-541-10 0,788 23 1365,17 0 5462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5.323"/>
    </inkml:context>
    <inkml:brush xml:id="br0">
      <inkml:brushProperty name="width" value="0.035" units="cm"/>
      <inkml:brushProperty name="height" value="0.035" units="cm"/>
      <inkml:brushProperty name="color" value="#E71224"/>
    </inkml:brush>
  </inkml:definitions>
  <inkml:trace contextRef="#ctx0" brushRef="#br0">1 0 24575,'-1'13'0,"2"0"0,-1 0 0,2 0 0,0-1 0,0 1 0,8 22 0,21 75 0,-24-84 0,-2 0 0,-1 0 0,0 1 0,-2 51 0,10 37 0,-5-40 0,-2-35 0,0 0 0,-2-23 0,0 30 0,-3-35-1365,0-2-5461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6.524"/>
    </inkml:context>
    <inkml:brush xml:id="br0">
      <inkml:brushProperty name="width" value="0.035" units="cm"/>
      <inkml:brushProperty name="height" value="0.035" units="cm"/>
      <inkml:brushProperty name="color" value="#E71224"/>
    </inkml:brush>
  </inkml:definitions>
  <inkml:trace contextRef="#ctx0" brushRef="#br0">82 118 24575,'0'1'0,"-1"-1"0,0 0 0,1 1 0,-1-1 0,1 1 0,-1-1 0,0 0 0,1 1 0,-1-1 0,1 1 0,0-1 0,-1 1 0,1 0 0,-1-1 0,1 1 0,0-1 0,-1 1 0,1 0 0,0-1 0,0 1 0,-1 0 0,1 0 0,0-1 0,0 1 0,0 0 0,0-1 0,0 2 0,-2 23 0,2-22 0,-2 23 0,-1-1 0,-9 35 0,6-37 0,2 1 0,0 0 0,0 27 0,3-29 0,-1-1 0,-1 0 0,-8 29 0,6-29 0,0 0 0,2 1 0,-2 27 0,6 210 0,0-249 0,0 1 0,1-1 0,0 0 0,5 14 0,4 25 0,-9-39 0,1 0 0,1 0 0,-1-1 0,2 1 0,7 13 0,-7-14 0,-2-3 0,20 44 0,-19-42 0,0 0 0,1 0 0,0 0 0,0-1 0,0 0 0,1 0 0,8 7 0,2 4 0,-7-7 0,0 0 0,1-1 0,13 13 0,-19-20 0,0 0 0,0 0 0,0-1 0,0 0 0,0 0 0,1 0 0,-1 0 0,1 0 0,-1-1 0,9 2 0,15 1 0,0-1 0,37-2 0,-51-1 0,1-2 0,-1 0 0,1-1 0,-1 0 0,0-1 0,17-7 0,-6 2 0,40-9 0,16-5 0,-68 16 0,0 0 0,0-1 0,-1-1 0,0 0 0,13-13 0,-19 14 0,0 1 0,-1-1 0,0 0 0,0-1 0,0 1 0,5-18 0,-6 13 0,1-2 0,0 0 0,-1 0 0,-1-1 0,0 1 0,1-30 0,-3-19 0,-3-57 0,-1 104 0,0 0 0,-1 1 0,-9-26 0,8 28 0,0 0 0,1 0 0,1-1 0,0 1 0,-1-19 0,3 20 0,-1 1 0,0 0 0,-1 0 0,-8-21 0,-2-12 0,-3-6 0,11 35 0,0 0 0,-5-29 0,8 29 0,-1 0 0,0 1 0,-2-1 0,0 1 0,0 0 0,-1 0 0,-1 1 0,0 0 0,-18-24 0,18 29 0,0 1 0,-1 0 0,0 0 0,0 1 0,0 0 0,-1 1 0,0 0 0,-1 0 0,0 1 0,1 0 0,-1 1 0,-18-5 0,-16-7 0,27 10 0,0 0 0,-1 0 0,0 2 0,0 0 0,0 1 0,-26 0 0,-7-4 0,45 5 0,-1 0 0,0 1 0,1 0 0,-1 0 0,0 0 0,1 1 0,-1 0 0,0 1 0,1 0 0,-14 2 0,13 2-1365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7.774"/>
    </inkml:context>
    <inkml:brush xml:id="br0">
      <inkml:brushProperty name="width" value="0.035" units="cm"/>
      <inkml:brushProperty name="height" value="0.035" units="cm"/>
      <inkml:brushProperty name="color" value="#E71224"/>
    </inkml:brush>
  </inkml:definitions>
  <inkml:trace contextRef="#ctx0" brushRef="#br0">0 61 24575,'1'-1'0,"-1"-1"0,0 1 0,0-1 0,0 1 0,1 0 0,-1-1 0,0 1 0,1-1 0,-1 1 0,1 0 0,0 0 0,0-1 0,-1 1 0,1 0 0,0 0 0,0 0 0,0 0 0,0 0 0,0 0 0,1-1 0,2 0 0,-1 0 0,0 0 0,0 0 0,1 1 0,-1 0 0,1-1 0,6 0 0,5 0 0,0 0 0,30 1 0,-40 1 0,16 0 0,0-2 0,32-5 0,-27 4 0,-1 1 0,1 1 0,44 5 0,-61-2 0,0 0 0,-1 1 0,0 0 0,0 1 0,0 0 0,0 0 0,0 0 0,-1 1 0,12 9 0,17 11 0,-18-13 0,25 20 0,-5-3 0,-35-26 0,1 1 0,-1-1 0,0 1 0,0 0 0,0 0 0,0 0 0,0 0 0,-1 1 0,0-1 0,0 1 0,0-1 0,-1 1 0,0 0 0,1 0 0,-2-1 0,1 1 0,0 0 0,-1 0 0,0 0 0,0 0 0,-1 0 0,1 0 0,-1 0 0,-2 5 0,2-7 0,-1-1 0,0 0 0,0 0 0,0 0 0,0-1 0,0 1 0,0 0 0,-1-1 0,1 1 0,0-1 0,-1 0 0,1 0 0,-1 0 0,1 0 0,-6 1 0,-19 10 0,21-9 0,0 0 0,0 0 0,0-1 0,0 0 0,0 0 0,-1 0 0,-10 1 0,-21 7 0,18-4 0,-32 6 0,-5 2 0,47-10 0,1 0 0,-1 1 0,1 0 0,-15 12 0,-8 4 0,27-18 0,1 1 0,-1 0 0,1 0 0,0 0 0,1 1 0,-1-1 0,-3 7 0,-5 6 0,7-11 0,1 0 0,0 0 0,0 1 0,0-1 0,1 1 0,-5 13 0,7-16 0,0 0 0,0 0 0,1 0 0,-1 0 0,1 0 0,0 0 0,0 0 0,0 0 0,1 0 0,-1 0 0,1 0 0,0 0 0,0 0 0,3 5 0,-3-7 0,-1-1 0,1 0 0,0 0 0,0 1 0,0-1 0,1 0 0,-1 0 0,0 0 0,0 0 0,1 0 0,-1-1 0,0 1 0,1 0 0,-1-1 0,1 1 0,1 0 0,30 7 0,-4-1 0,-10 1 0,-6-2 0,0 0 0,-1-1 0,2-1 0,-1 0 0,0-1 0,1 0 0,0-1 0,15 0 0,121 9 0,-146-11 0,-1 0 0,0 0 0,1 0 0,-1 0 0,1-1 0,-1 0 0,1 0 0,-1 0 0,0 0 0,0 0 0,0-1 0,1 1 0,-1-1 0,-1 0 0,4-2 0,-3 1 0,-1 0 0,1 0 0,-1 0 0,0 0 0,0 0 0,-1-1 0,1 1 0,-1-1 0,1 1 0,-1-1 0,0 0 0,0 1 0,-1-1 0,1-3 0,0-4-1365,0 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8.431"/>
    </inkml:context>
    <inkml:brush xml:id="br0">
      <inkml:brushProperty name="width" value="0.035" units="cm"/>
      <inkml:brushProperty name="height" value="0.035" units="cm"/>
      <inkml:brushProperty name="color" value="#E71224"/>
    </inkml:brush>
  </inkml:definitions>
  <inkml:trace contextRef="#ctx0" brushRef="#br0">522 56 24575,'-28'0'0,"12"-1"0,-1 1 0,1 0 0,0 1 0,0 1 0,1 1 0,-31 8 0,37-8 0,-2 0 0,1-1 0,-11 1 0,11-1 0,-1 0 0,1 0 0,-11 4 0,15-4 0,1 1 0,0-1 0,-1 1 0,1 0 0,1 1 0,-1-1 0,-6 7 0,9-8 0,-27 14 0,26-14 0,-1-1 0,1 1 0,-1 0 0,1 0 0,0 0 0,0 0 0,0 1 0,0-1 0,-3 4 0,-22 26 0,16-20 0,1 1 0,1 0 0,-12 18 0,10-11 0,9-15 0,-1 0 0,1 0 0,0 0 0,1 1 0,-1-1 0,1 1 0,0 0 0,1 0 0,-1 0 0,1 0 0,0 0 0,0 7 0,-10 138 0,11-109 0,-1-15 0,4 37 0,-3-56 0,2 0 0,-1 0 0,1-1 0,0 1 0,1-1 0,0 0 0,0 1 0,0-1 0,7 8 0,-1 1 0,0-1 0,10 26 0,-14-28 0,1-1 0,0 0 0,1 0 0,0 0 0,16 19 0,5-1 0,29 29 0,-39-41 0,-11-11 0,-1-1 0,1 1 0,14 8 0,79 56 0,-63-46 0,-28-18 0,0-1 0,1 1 0,0-2 0,11 6 0,80 31 0,-85-36 0,1 0 0,-1-2 0,1 1 0,0-2 0,0 0 0,26 0 0,-34-2 0,0-1 0,0 0 0,0 0 0,0-1 0,12-3 0,-17 3 0,0 0 0,0-1 0,0 1 0,0-1 0,-1 0 0,1-1 0,-1 1 0,1 0 0,-1-1 0,0 0 0,0 0 0,0 0 0,4-6 0,3-2 0,-2 0 0,0-1 0,0 0 0,-1 0 0,-1-1 0,0 0 0,0 0 0,-2 0 0,6-21 0,6-38 0,-8 43 0,-2-1 0,3-31 0,1-174 0,-10-100 0,0 331 0,-1-1 0,0 1 0,0 0 0,0 0 0,0-1 0,0 1 0,-1 0 0,0 0 0,0 1 0,0-1 0,-5-6 0,-32-36 0,-2 10 0,33 30 0,1 0 0,-2 1 0,-9-5 0,9 5 0,0-1 0,-15-11 0,17 12 0,-1 0 0,0 0 0,0 1 0,0 0 0,0 0 0,-1 1 0,-11-3 0,-27-12 0,-42-19 0,82 35 27,-1 0 0,1 1-1,-1 0 1,-12 0-1,-22-4-1524,34 3-5328</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9.755"/>
    </inkml:context>
    <inkml:brush xml:id="br0">
      <inkml:brushProperty name="width" value="0.035" units="cm"/>
      <inkml:brushProperty name="height" value="0.035" units="cm"/>
      <inkml:brushProperty name="color" value="#E71224"/>
    </inkml:brush>
  </inkml:definitions>
  <inkml:trace contextRef="#ctx0" brushRef="#br0">0 13 24575,'1'-1'0,"-1"0"0,0 1 0,1-1 0,-1 1 0,0-1 0,1 0 0,-1 1 0,1-1 0,-1 1 0,1-1 0,-1 1 0,1 0 0,0-1 0,-1 1 0,1 0 0,-1-1 0,1 1 0,0 0 0,-1-1 0,1 1 0,0 0 0,-1 0 0,1 0 0,0 0 0,0 0 0,-1 0 0,2 0 0,23-2 0,-22 2 0,234 0 0,-114 0 0,-112 2 0,1 0 0,-1 0 0,1 1 0,-1 0 0,0 1 0,19 9 0,-28-13 0,-1 1 0,1 0 0,-1-1 0,1 1 0,-1 0 0,0 0 0,1 0 0,-1 0 0,0 0 0,0 0 0,0 0 0,1 0 0,-1 0 0,0 0 0,-1 1 0,1-1 0,0 0 0,0 1 0,0-1 0,-1 1 0,1-1 0,-1 1 0,1-1 0,-1 1 0,0 0 0,0-1 0,1 1 0,-1-1 0,0 1 0,0 0 0,0-1 0,-1 3 0,0-1 0,0 0 0,-1 0 0,1-1 0,-1 1 0,0 0 0,0-1 0,0 1 0,0-1 0,0 0 0,0 0 0,0 0 0,-1 0 0,1 0 0,-1 0 0,-4 2 0,-5 2 0,-4 3 0,0-1 0,-27 10 0,-1-1 0,-18 5 0,32-17 0,22-4 0,0 0 0,1 1 0,-1 0 0,0 0 0,1 0 0,-1 1 0,-12 7 0,19-9 0,0 0 0,0-1 0,0 1 0,1 0 0,-1 0 0,0 0 0,1 0 0,-1 0 0,0 0 0,1 1 0,-1-1 0,1 0 0,0 0 0,-1 0 0,1 0 0,0 1 0,0-1 0,-1 0 0,1 0 0,0 1 0,0-1 0,0 0 0,1 0 0,-1 0 0,0 1 0,0-1 0,1 0 0,-1 0 0,1 0 0,-1 0 0,1 0 0,0 2 0,1 0 0,-1-1 0,1 1 0,-1-1 0,1 0 0,0 1 0,0-1 0,0 0 0,0 0 0,1-1 0,-1 1 0,0 0 0,6 2 0,0 0 0,-1 0 0,1 1 0,0 0 0,10 9 0,-13-10 0,0 0 0,0 0 0,1 0 0,0 0 0,0-1 0,0 0 0,0 0 0,0-1 0,10 3 0,-7-3 0,0 1 0,0 0 0,-1 0 0,1 1 0,11 7 0,18 8 0,-14-9 0,-18-6 0,0-1 0,1-1 0,-1 1 0,14 2 0,-18-4 0,0 0 0,0 0 0,0 0 0,0 0 0,0 0 0,0 0 0,0 0 0,-1 1 0,1-1 0,0 1 0,-1 0 0,1-1 0,-1 1 0,0 0 0,1 0 0,-1 0 0,0 0 0,0 0 0,0 0 0,-1 0 0,1 0 0,0 0 0,-1 0 0,1 0 0,-1 1 0,0 2 0,1 2 0,0 0 0,-1 1 0,0-1 0,0 0 0,0 1 0,-4 13 0,3-18 0,-1 1 0,1-1 0,-1 0 0,0 0 0,0 0 0,0 0 0,0-1 0,0 1 0,-1 0 0,-4 3 0,-33 24 0,31-23 0,3-4 0,-1 0 0,1-1 0,0 1 0,-1-1 0,1-1 0,-1 1 0,0-1 0,-7 1 0,-24 5 0,20-3 0,0-1 0,0-1 0,0-1 0,-1 0 0,-28-4 0,-4 1 0,-57-5 0,88 4 0,-2 2-1365,12 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40.594"/>
    </inkml:context>
    <inkml:brush xml:id="br0">
      <inkml:brushProperty name="width" value="0.035" units="cm"/>
      <inkml:brushProperty name="height" value="0.035" units="cm"/>
      <inkml:brushProperty name="color" value="#E71224"/>
    </inkml:brush>
  </inkml:definitions>
  <inkml:trace contextRef="#ctx0" brushRef="#br0">327 128 24575,'-2'1'0,"0"-1"0,0 0 0,0 1 0,0 0 0,0-1 0,0 1 0,0 0 0,0 0 0,0 0 0,1 0 0,-1 1 0,-2 1 0,-22 22 0,15-15 0,-75 70 0,80-74 0,1 1 0,0 1 0,-8 11 0,-5 10 0,4-8 0,1 0 0,-18 42 0,19-37 0,2 0 0,1 0 0,0 2 0,-5 36 0,3 57 0,8-101 0,1 0 0,1 0 0,1 0 0,1 0 0,3 25 0,0-33 0,0 1 0,1 0 0,1-1 0,0 0 0,0 0 0,14 19 0,3 5 0,-17-27 0,0-1 0,0 0 0,1-1 0,13 13 0,17 20 0,-27-28 0,1-1 0,0 0 0,1-1 0,0 0 0,25 15 0,-3-2 0,7 1 0,-31-19 0,0 1 0,16 11 0,-9-5 0,1-1 0,1-1 0,-1-1 0,1 0 0,24 7 0,4 2 0,-14-4 0,1-1 0,1-2 0,0-1 0,0-2 0,1-2 0,0-1 0,38 1 0,124 5 0,-102-10 0,90-3 0,-157 0 0,54-10 0,-66 7 0,-1-1 0,-1-1 0,1-1 0,-1 0 0,19-14 0,-10 7 0,-20 12 0,0 0 0,0-1 0,0 1 0,-1-1 0,0 0 0,1 1 0,-2-1 0,6-9 0,8-10 0,-13 17 0,0 0 0,-1 0 0,0 0 0,0 0 0,0-1 0,-1 1 0,1 0 0,-1-13 0,1 3 0,1-11 0,-2-1 0,-2-30 0,0 11 0,0 36 0,-1-1 0,0 1 0,-1-1 0,0 1 0,-1 0 0,-8-17 0,-1-2 0,-7-52 0,15 70 0,-1-1 0,1 1 0,-15-20 0,-7-17 0,-73-144 0,23 78 0,69 103 0,0 0 0,-1 0 0,-13-12 0,-9-13 0,-30-37 0,58 71 0,0-1 0,0 1 0,-1 0 0,0 0 0,0 1 0,-6-4 0,7 4 0,-1-1 0,0 1 0,1-1 0,-1 1 0,1-1 0,0 0 0,-5-5 0,2 1 0,0 0 0,-1 1 0,1 0 0,-1 1 0,-1 0 0,1 0 0,-9-4 0,-27-21 0,33 24 0,1 0 0,0 1 0,-1 0 0,0 0 0,0 1 0,-19-6 0,1 1 0,8 0-195,-1 2 0,0 0 0,-1 2 0,0 0 0,0 1 0,-39-1 0,51 5-6631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23.136"/>
    </inkml:context>
    <inkml:brush xml:id="br0">
      <inkml:brushProperty name="width" value="0.035" units="cm"/>
      <inkml:brushProperty name="height" value="0.035" units="cm"/>
      <inkml:brushProperty name="color" value="#E71224"/>
    </inkml:brush>
  </inkml:definitions>
  <inkml:trace contextRef="#ctx0" brushRef="#br0">1 25 24575,'613'0'0,"-521"-12"0,-51 13 0,-22 0 0,1-1 0,0-1 0,35-6 0,-36 4-7,0 1-1,0 0 0,38 3 0,-15 0-1326,-32-1-5492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23.873"/>
    </inkml:context>
    <inkml:brush xml:id="br0">
      <inkml:brushProperty name="width" value="0.035" units="cm"/>
      <inkml:brushProperty name="height" value="0.035" units="cm"/>
      <inkml:brushProperty name="color" value="#E71224"/>
    </inkml:brush>
  </inkml:definitions>
  <inkml:trace contextRef="#ctx0" brushRef="#br0">0 1 24575,'0'681'-1365,"0"-671"-5461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29.462"/>
    </inkml:context>
    <inkml:brush xml:id="br0">
      <inkml:brushProperty name="width" value="0.035" units="cm"/>
      <inkml:brushProperty name="height" value="0.035" units="cm"/>
      <inkml:brushProperty name="color" value="#E71224"/>
    </inkml:brush>
  </inkml:definitions>
  <inkml:trace contextRef="#ctx0" brushRef="#br0">1 1 24575,'0'9'0,"1"1"0,0-1 0,1 0 0,0 1 0,0-1 0,6 13 0,-6-14 0,6 21 0,-1 0 0,-2 1 0,3 55 0,-7-68 0,1 3 0,9 31 0,-2-5 0,4 23 0,-4-22-1365,-8-38-5461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30.213"/>
    </inkml:context>
    <inkml:brush xml:id="br0">
      <inkml:brushProperty name="width" value="0.035" units="cm"/>
      <inkml:brushProperty name="height" value="0.035" units="cm"/>
      <inkml:brushProperty name="color" value="#E71224"/>
    </inkml:brush>
  </inkml:definitions>
  <inkml:trace contextRef="#ctx0" brushRef="#br0">1 24 24575,'90'2'0,"99"-4"0,-144-3 0,-26 2 0,31-1 0,100-7 0,-127 11-1365,-13 0-5461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46.678"/>
    </inkml:context>
    <inkml:brush xml:id="br0">
      <inkml:brushProperty name="width" value="0.035" units="cm"/>
      <inkml:brushProperty name="height" value="0.035" units="cm"/>
      <inkml:brushProperty name="color" value="#E71224"/>
    </inkml:brush>
  </inkml:definitions>
  <inkml:trace contextRef="#ctx0" brushRef="#br0">2025 246 24575,'-56'-12'0,"-23"6"0,-78-19 0,-148-24-567,77 15 17,-37-7-143,178 24 693,-132-8 0,-61 2-603,204 18 635,-45-1 2342,84 5-2367,24 0-7,-1 0 0,1 1 0,0 1 0,-20 3 0,31-3 0,0-1 0,1 1 0,-1 0 0,1 0 0,-1 0 0,1 0 0,-1 0 0,1 0 0,0 1 0,-1-1 0,1 0 0,0 1 0,0-1 0,0 1 0,0-1 0,0 1 0,0-1 0,1 1 0,-1 0 0,0-1 0,1 1 0,-1 0 0,1 0 0,0-1 0,0 1 0,-1 3 0,1 7 0,-1 1 0,4 23 0,-2-11 0,0-4 0,1-1 0,4 22 0,25 75 0,-5-29 0,-21-61 0,1 27 0,-4-34 0,1 1 0,0-1 0,7 23 0,39 160 0,-29-100 0,-7-31-139,-3 0 1,-3 1-1,-4 93 0,-3-130 139,3 0 0,7 43 0,-2-17 0,-4 0 0,-5 99 0,-1-56 0,1-39 139,3 70 277,0-117-416,2-1 0,0 1 0,0-1 0,13 27 0,-17-44 0,0 0 0,1 0 0,-1 0 0,1 0 0,0 0 0,-1-1 0,1 1 0,0 0 0,-1 0 0,1-1 0,0 1 0,0-1 0,0 1 0,0 0 0,0-1 0,0 0 0,-1 1 0,1-1 0,0 1 0,0-1 0,2 0 0,1 1 0,-1-1 0,0 0 0,1 0 0,-1 0 0,0-1 0,7 0 0,3-3 0,-1 0 0,19-9 0,-31 13 0,29-13 0,-8 3 0,0 0 0,27-7 0,-39 15 0,8-2 0,-1-1 0,0 0 0,31-15 0,83-39 0,-52 25 0,-66 30 0,0 0 0,0 0 0,19-2 0,-16 3 0,-1 0 0,19-7 0,15-7 0,83-16 0,-75 20 0,0 2 0,63-3 0,-20 2 0,-33 4-110,-12 1-141,65-16 1,-73 13 250,1 2 0,64-2 0,20-3 0,141-6 0,-214 17 0,41-3 0,52 0 0,31 4-326,142 2-450,59 22 776,-308-18 0,78 2 0,131 4 0,-231-9 0,73 13 0,42 3 0,-31-18 0,132 6 0,-77 4 50,-78-6-362,398 0-967,-284-6 1246,2093 2-3704,-2130-12 3737,-15 1 0,70 10 0,172-5 0,143 1 0,-152 5 0,-228-5 0,144-1 0,242-6 0,-372 13 0,281-2 0,-315-3 0,132-3 0,104-5-740,-36 1 390,6-1-10,-189 1 360,-18-1 0,689 11 0,-410 2 0,-309-1 0,364 7 0,-196-1 0,4 0 0,97 0-8,5 0 112,157 0-82,-330-8-25,-15 9 3,-89-1 0,149 11 0,-15 0 0,350 17 0,-237-23 1448,-133-2-1448,101-4 5381,-193-7-3851,133 2-1530,-190-12 0,-29 13 0,48-2 0,-110 1 0,0-1 0,1 1 0,-1-1 0,0 1 0,0-1 0,1 1 0,-1-1 0,0 0 0,0 1 0,0-1 0,0 0 0,0 0 0,0 0 0,0 0 0,0 0 0,0 0 0,0 0 0,0 0 0,0-1 0,-1 1 0,1 0 0,0-2 0,12-37 0,-2 7 0,13-5 0,15-31 0,-37 66 0,0 0 0,0 0 0,0 0 0,0 0 0,1 0 0,-1 0 0,1 1 0,0-1 0,0 1 0,0 0 0,0-1 0,0 1 0,0 1 0,1-1 0,-1 0 0,1 1 0,5-2 0,3 0 0,0 1 0,0 0 0,0 1 0,15 0 0,-3 0 0,36-6 0,53-5 0,-68 9 0,41-11 0,-33 5 0,0-2 0,-38 7 0,1 1 0,0 1 0,23-2 0,-7 2 0,-1-1 0,1-2 0,59-16 0,-89 20 0,0 0 0,0 1 0,0-1 0,-1 0 0,1 0 0,0 0 0,-1 0 0,1 0 0,-1 0 0,1 0 0,-1 0 0,0-1 0,1 1 0,-1-1 0,0 1 0,0-1 0,0 1 0,0-1 0,0 0 0,-1 1 0,2-4 0,0-2 0,-1 0 0,1-1 0,-1 1 0,-1-11 0,3-12 0,1-9 0,-1 0 0,-4-64 0,-1 30 0,0 42 0,-1 1 0,-1 0 0,-11-38 0,7 39 0,4 17 0,1-1 0,0 0 0,1 0 0,-1-17 0,1 9 0,-1 1 0,0 0 0,-2 0 0,-7-22 0,-5-20 0,0 8 0,12 44 0,2 0 0,-1-1 0,1 0 0,1 0 0,-2-16 0,2 17 0,1 0 0,-2 1 0,1-1 0,-2 1 0,1 0 0,-1 0 0,0 0 0,-9-13 0,7 12 0,0-1 0,1-1 0,0 1 0,-6-22 0,9 26 0,0 0 0,0-1 0,-1 1 0,0 1 0,0-1 0,-6-8 0,7 11 0,0 1 0,-1-1 0,0 1 0,1 0 0,-1 0 0,0 0 0,0 1 0,-1-1 0,1 1 0,0-1 0,-1 1 0,-7-3 0,-20-4 0,-56-9 0,53 15 0,1 1 0,-50 3 0,16 1 0,-87-3-153,-164 2-308,70 25-436,186-18 587,-112 21 11,-51 6 357,-3-12-773,-92 8-474,242-24 1189,-184 8 0,-42-4 0,147 0-1852,16 0 1447,-269-3-1725,-73 5 2130,193-10-440,-68 3-159,-323 1 599,403-9 0,-35 4-69,-329-4-134,332-15 844,-85-1 281,88 6 479,170 1-1114,7-1-153,-207 0-134,212 8-1,-104-2 98,-142-10 754,145 3-851,149 9 0,-661-43 0,617 34-196,-130-10-393,-82 11-414,-32-7 1001,108 4 1,-88 3 36,197 7-35,-121-1 0,-142-3 0,-114 5 886,295 5-634,-701-1 2380,822 7-2022,-6-1 35,-82 5 307,-9 6-952,-6 1 0,82-12 15,49 0-101,-98 5-272,106-7 358,-139 3 0,-1393-7 1540,1438-15-1540,100 7 0,-86-5 0,14 3 0,-66-2 0,-966 12 0,1079-12 0,-255 12 0,255 13 0,87-13 0,-1 0 0,1 0 0,-1 1 0,1 0 0,-1 0 0,1 0 0,0 1 0,0 0 0,-1 0 0,1 0 0,-5 4 0,13-5-195,1 0 0,-1 0 0,1 0 0,0-1 0,-1 1 0,7-1 0,1 0-6631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47.725"/>
    </inkml:context>
    <inkml:brush xml:id="br0">
      <inkml:brushProperty name="width" value="0.035" units="cm"/>
      <inkml:brushProperty name="height" value="0.035" units="cm"/>
      <inkml:brushProperty name="color" value="#E71224"/>
    </inkml:brush>
  </inkml:definitions>
  <inkml:trace contextRef="#ctx0" brushRef="#br0">0 2376 24575,'0'393'0,"2"-385"0,3-11 0,9-18 0,-2 2 0,-1 9 0,-8 7 0,0 0 0,0 0 0,0 0 0,0-1 0,0 1 0,-1-1 0,1 1 0,1-6 0,-1 4 0,1-1 0,0 1 0,0-1 0,1 1 0,-1 0 0,1 1 0,0-1 0,10-6 0,19-19 0,68-72 0,-62 62-639,2 2 0,1 1 0,63-39-1,-23 15-1325,147-118 200,70-53-865,37-23 830,111-41 351,-52 36 1089,3-3-530,355-141 575,-450 261 1434,-45 12 2543,-137 59 3113,-99 58-6413,-17 11-6740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49.244"/>
    </inkml:context>
    <inkml:brush xml:id="br0">
      <inkml:brushProperty name="width" value="0.035" units="cm"/>
      <inkml:brushProperty name="height" value="0.035" units="cm"/>
      <inkml:brushProperty name="color" value="#E71224"/>
    </inkml:brush>
  </inkml:definitions>
  <inkml:trace contextRef="#ctx0" brushRef="#br0">2286 1 24575,'-6'0'0,"0"1"0,0 0 0,0 1 0,0-1 0,0 1 0,0 0 0,0 1 0,1-1 0,-8 5 0,-1 2 0,0 1 0,-16 13 0,-65 74-587,46-52-175,-85 104 0,-172 244-3164,192-245 3560,-171 236-1164,107-147 1530,5-7 0,0 16-724,44-72 790,-20 31 113,17 0 1131,88-132-424,2-1 5224,22-44-6057,-31 59 0,44-72-53,-2 7 0,-1-1 0,-19 27 0,26-43 0,0 0 0,1-1 0,-1 1 0,1 0 0,-2 9 0,-2 5 0,6-19 7,-1-1-1,1 1 1,0 0 0,0 0-1,0 0 1,0 0-1,0 0 1,0-1-1,0 1 1,0 0-1,0 0 1,-1 0 0,1 0-1,0 0 1,0 0-1,0 0 1,0 0-1,0-1 1,-1 1 0,1 0-1,0 0 1,0 0-1,0 0 1,0 0-1,-1 0 1,1 0-1,0 0 1,0 0 0,0 0-1,0 0 1,-1 0-1,1 0 1,0 0-1,0 0 1,0 0 0,0 0-1,-1 0 1,1 0-1,0 1 1,0-1-1,0 0 1,0 0 0,0 0-1,-1 0 1,1 0-1,0 0 1,0 0-1,0 0 1,0 1-1,0-1 1,0 0 0,-3-16-1714,3 6-5119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49.670"/>
    </inkml:context>
    <inkml:brush xml:id="br0">
      <inkml:brushProperty name="width" value="0.035" units="cm"/>
      <inkml:brushProperty name="height" value="0.035" units="cm"/>
      <inkml:brushProperty name="color" value="#E71224"/>
    </inkml:brush>
  </inkml:definitions>
  <inkml:trace contextRef="#ctx0" brushRef="#br0">0 1 24575,'1'4'0,"-1"0"0,1-1 0,0 1 0,0 0 0,0 0 0,0 0 0,1 0 0,-1-1 0,5 8 0,25 31 0,-19-27 0,139 159-2598,-41-52 597,297 303-3826,-154-194 3097,-118-110 1925,275 222-623,-294-249 1131,384 314-400,217 144 1355,-569-442-642,298 205 1335,-379-269-771,203 122 1648,-74-48 1042,-81-48-624,-105-67-1468,0-1 1,17 6 0,-19-8-1074,-1 1-1,0-1 1,1 2 0,-1-1-1,0 1 1,9 6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50.231"/>
    </inkml:context>
    <inkml:brush xml:id="br0">
      <inkml:brushProperty name="width" value="0.035" units="cm"/>
      <inkml:brushProperty name="height" value="0.035" units="cm"/>
      <inkml:brushProperty name="color" value="#E71224"/>
    </inkml:brush>
  </inkml:definitions>
  <inkml:trace contextRef="#ctx0" brushRef="#br0">2255 0 24575,'-3'20'0,"0"0"0,-1-1 0,-1 1 0,-1-1 0,0 0 0,-10 19 0,12-30 0,-18 57 0,15-41 0,-1-1 0,-12 24 0,-171 303-1133,84-167-215,106-182 1305,-56 84-96,-71 81 0,-10 3 139,-32 10-1576,94-101 986,-7 1 590,-105 78 0,71-63 0,-130 103-1193,109-88 1031,93-76 484,-1-2 1,-79 39-1,108-60 135,0 1 0,-16 14 0,18-14 845,0 0-1,-29 15 0,-11 4-1220,54-29-81,1-1 0,-1 0 0,1 0 0,-1 0 0,1 0 0,-1 0 0,1 0 0,-1 0 0,1-1 0,-1 1 0,1 0 0,-1 0 0,1 0 0,-1 0 0,1-1 0,-1 1 0,1 0 0,-1 0 0,1-1 0,0 1 0,-1 0 0,1-1 0,-1 1 0,1-1 0,0 1 0,-1 0 0,1-1 0,0 1 0,0-1 0,-1 1 0,1-1 0,0 1 0,0-1 0,0 1 0,-1-1 0,1 1 0,0-1 0,0 1 0,0-2 0,-7-28 0,5 23 0,-26-78 0,18 61 0,-12-50 0,13 34-1365,4 22-5461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8:50.747"/>
    </inkml:context>
    <inkml:brush xml:id="br0">
      <inkml:brushProperty name="width" value="0.035" units="cm"/>
      <inkml:brushProperty name="height" value="0.035" units="cm"/>
      <inkml:brushProperty name="color" value="#E71224"/>
    </inkml:brush>
  </inkml:definitions>
  <inkml:trace contextRef="#ctx0" brushRef="#br0">1 0 24575,'1'5'0,"0"0"0,0 0 0,0 0 0,1 0 0,0 0 0,0-1 0,0 1 0,1-1 0,0 1 0,-1-1 0,1 0 0,1 0 0,-1 0 0,1-1 0,5 6 0,12 14 0,18 20-619,82 72 1,-16-18-348,348 293-2636,-183-170 1825,47 27 1438,-147-119 339,-78-57 0,328 256 0,38 7-895,-119-145 1570,-197-114 1305,-129-69-1088,1 0 0,0-1 1,0 0-1,22 4 0,13 5 808,6 10-1430,-45-19-452,-1 0 1,1 0-1,0-2 0,0 1 1,1-1-1,-1 0 0,1-1 1,13 1-1,-14-3-6644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13.610"/>
    </inkml:context>
    <inkml:brush xml:id="br0">
      <inkml:brushProperty name="width" value="0.035" units="cm"/>
      <inkml:brushProperty name="height" value="0.035" units="cm"/>
      <inkml:brushProperty name="color" value="#E71224"/>
    </inkml:brush>
  </inkml:definitions>
  <inkml:trace contextRef="#ctx0" brushRef="#br0">1 451 24575,'490'2'-2173,"541"-4"-5917,-327-31 4722,-437 18 2604,360-9-819,-264 10 1452,501-33-143,-230 5 274,-207 18 0,1112-65 0,-1042 58 0,-1-1 0,395-6 0,-698 30 0,806-22 0,-504 18 0,38 0 0,1658 13 1086,-1651 17 352,-359-10-1169,398 28 1982,-504-30-1577,11 1 276,90 20 1,-110-17 1067,119 6 0,-181-16-1830,24 2 568,0 2 1,-1 1 0,0 0 0,0 2-1,28 12 1,-40-14-757,-7-2 0,0 0 0,0 0 0,-1 1 0,1 0 0,13 9 0,-21-13 0,1 1 0,-1-1 0,0 0 0,0 0 0,1 1 0,-1-1 0,0 0 0,0 0 0,1 1 0,-1-1 0,0 0 0,0 1 0,0-1 0,1 0 0,-1 1 0,0-1 0,0 0 0,0 1 0,0-1 0,0 0 0,0 1 0,0-1 0,0 1 0,0-1 0,0 0 0,0 1 0,0-1 0,0 0 0,0 1 0,0-1 0,0 0 0,-1 1 0,1-1 0,0 0 0,0 1 0,-1-1 0,-14 11 0,-20 0 0,35-11 0,-13 3 0,-1-2 0,-19 2 0,-15 1 0,5 0-223,-1-1 0,-62-4-1,28-1 55,-150 3-1592,-241-3-3473,240-14 5032,31 1-2122,-775-8-3188,830 21 5167,-481-13 179,-166 0 166,547 12 0,-1489-1 0,965 6 0,112 19 0,375-9 0,-352 23 0,535-29 0,-1012 85 319,958-76-21,-223 18 561,128-11 405,19 0-133,-223-1 2930,357-16-2945,-47 1 4529,437-4-5130,5-3-3407,4-1-2303,280-9 2657,4181 11-1762,-4405-6 4846,14 0 269,85 6 4122,-286 0 4844,-310 0-10401,-429 8-5100,-510 18-2571,-718-23 6876,945-5 1099,-199-12 316,-1151-7 0,1843 20 64,-329 3 232,449 5 884,2 16 4071,223-22-4963,-34 7 3249,40-7-3143,1-1-1,-1 1 0,0 0 0,0 0 1,1 0-1,-1 0 0,1 1 0,-1-1 0,1 1 1,-1 0-1,-1 2 0,4-4-384,-1 0 0,1 0-1,0 0 1,0 1 0,0-1 0,0 0-1,0 0 1,0 0 0,0 1 0,0-1-1,0 0 1,-1 0 0,1 1-1,0-1 1,0 0 0,0 0 0,0 1-1,0-1 1,0 0 0,1 0 0,-1 1-1,0-1 1,0 0 0,0 0 0,0 0-1,0 1 1,0-1 0,0 0-1,0 0 1,1 1 0,-1-1 0,0 0-1,0 0 1,0 0 0,0 0 0,1 1-1,-1-1 1,0 0 0,13 7 331,15 1 27,597 66-7495,-40-56 1285,-342-15 5278,76 8-1346,93 0 1005,146-5 869,255 0 44,4954-6 42,-5425 5 940,15 1 5136,-315-6-846,-49 4-2927,-10 1-763,-109 3-2702,18-1 245,-485 44-6102,-28-21 2275,315-17 2906,-407 4 884,579-16 862,-1235 3 43,773-6 0,-198-19 0,562 12 0,-849-58 0,166 7 0,649 47 30,-1311-36 638,1254 49 754,187 0 4654,67 0 1216,96 2-6882,45 8 0,-44-5-436,528 32-7777,-506-35 7125,211 1-2697,129 5 102,863 15 2311,-707-19 771,-105 5 191,359-1 0,360-49 0,2-21 0,-874 46 0,473-34 0,28-2 0,387-29 0,-595 37 0,121-36 306,-601 66-292,-10 3 618,163-28 2920,-205 30-2136,-33 6 1306,0 2-1,26-1 1,-130-8-1785,-15-1-561,80 10-413,-459-11-6961,22-5 3538,28-1 13,-125 14 2849,-352-2-260,469 5 858,-611 6 0,344 38 343,681-41-323,-354 46 4656,218-25-3437,149-21-945,3-1 521,1 0 0,-1 0-1,1 1 1,0 0-1,0 1 1,0 0 0,-14 7-1,23-10-758,0 0-1,0 0 1,0 1-1,-1-1 1,1 0-1,0 0 1,0 0-1,0 1 1,0-1-1,0 0 1,0 0-1,0 1 1,-1-1-1,1 0 1,0 0-1,0 1 1,0-1-1,0 0 1,0 0-1,0 1 1,0-1-1,0 0 1,0 0-1,0 1 1,1-1-1,-1 0 1,0 0-1,0 1 1,0-1-1,0 0 1,0 0-1,0 0 1,0 1-1,1-1 1,-1 0-1,0 0 1,0 0-1,0 1 1,0-1-1,1 0 1,-1 0-1,0 0 1,0 0-1,0 0 1,1 1-1,-1-1 1,0 0-1,0 0 1,1 0-1,-1 0 1,0 0-1,0 0 1,1 0-1,-1 0 1,0 0-1,1 0 0,16 6 62,-16-5-103,94 23-941,2-4 1,112 8-1,158-5-4847,-249-19 4884,592 2-2753,-413-8 2415,2088 2-663,-1594 0 2648,-523-6 639,14 1 2190,-248 5-2529,-7 1 678,0-1-1,0-2 1,39-6 0,-145 5 736,-596 5-5074,-338-3-5844,180 0 4425,319-6 3056,177 2 621,-169-6 473,-187-1 253,135 12 1063,332 0 5217,125 0 516,296 12-8278,-2 0-137,1274-12-6263,-683-1 4592,-388-6 2915,-196 3-117,194-20-409,-40 1 1537,6 0 3122,-230 12 3005,-130 11-7134,0 0-1,0-1 1,0 1 0,0 0 0,0 0 0,0 0 0,0 0 0,0 0-1,0 0 1,0 0 0,0 0 0,0 0 0,0 0 0,0 0 0,0 0-1,0 0 1,0 0 0,0 0 0,0 0 0,0 0 0,0 0 0,0 0-1,0 0 1,0 0 0,0 0 0,0 0 0,0-1 0,0 1 0,0 0-1,0 0 1,0 0 0,0 0 0,0 0 0,0 0 0,0 0 0,0 0-1,0 0 1,0 0 0,0 0 0,0 0 0,0 0 0,0 0 0,1 0-1,-1 0 1,0 0 0,0 0 0,-8-3 540,-11-2 103,-168-3-1162,-163 1-2126,208 9 698,-698-2-314,654 12 2251,28-1 0,-168 13 0,26-1 0,-311 28-69,410-25 2566,183-23-1934,3 1-4413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18.119"/>
    </inkml:context>
    <inkml:brush xml:id="br0">
      <inkml:brushProperty name="width" value="0.035" units="cm"/>
      <inkml:brushProperty name="height" value="0.035" units="cm"/>
      <inkml:brushProperty name="color" value="#E71224"/>
    </inkml:brush>
  </inkml:definitions>
  <inkml:trace contextRef="#ctx0" brushRef="#br0">0 1 24575,'22'1'0,"1"1"0,-1 1 0,-1 2 0,1 0 0,25 10 0,-21-8 0,-7-2 0,0-1 0,24 1 0,14 3 0,94 19 0,7-9 0,-59-8 0,-58-4 0,50 0 0,65 6 0,-53-13-1365,-93 1-5461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18.696"/>
    </inkml:context>
    <inkml:brush xml:id="br0">
      <inkml:brushProperty name="width" value="0.035" units="cm"/>
      <inkml:brushProperty name="height" value="0.035" units="cm"/>
      <inkml:brushProperty name="color" value="#E71224"/>
    </inkml:brush>
  </inkml:definitions>
  <inkml:trace contextRef="#ctx0" brushRef="#br0">59 0 24575,'-1'1'0,"1"-1"0,-1 0 0,1 0 0,-1 1 0,1-1 0,-1 0 0,1 1 0,0-1 0,-1 0 0,1 1 0,-1-1 0,1 0 0,0 1 0,-1-1 0,1 1 0,0-1 0,0 1 0,-1-1 0,1 1 0,0-1 0,0 1 0,0-1 0,0 1 0,-1-1 0,1 2 0,-3 19 0,1-11 0,-4 14 0,-5 11 0,-4 37 0,13-61 0,-2 16 0,-2 51 0,5-12 0,3 53 0,10-39 0,-6-52-1365,-4-20-5461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2.753"/>
    </inkml:context>
    <inkml:brush xml:id="br0">
      <inkml:brushProperty name="width" value="0.035" units="cm"/>
      <inkml:brushProperty name="height" value="0.035" units="cm"/>
      <inkml:brushProperty name="color" value="#E71224"/>
    </inkml:brush>
  </inkml:definitions>
  <inkml:trace contextRef="#ctx0" brushRef="#br0">1145 198 24575,'-6'0'0,"-1"-1"0,0 0 0,0 0 0,0-1 0,-10-4 0,10 3 0,0 1 0,0 0 0,0 0 0,-1 1 0,-8-1 0,-11 0 0,-44-9 0,7 1 0,57 9 0,-137-9 0,-260 10 0,398 1 0,1 0 0,-1 0 0,0 0 0,1 1 0,-1 0 0,1 0 0,0 1 0,0 0 0,-1 0 0,-7 6 0,7-5 0,0 0 0,0-1 0,-1 1 0,1-1 0,-1 0 0,0-1 0,-8 3 0,9-4 0,0 1 0,0 0 0,0 0 0,0 1 0,-9 5 0,-21 9 0,29-14 0,1 0 0,0 0 0,-1 1 0,-5 4 0,-1 1 0,10-8 0,0 1 0,1 1 0,-1-1 0,1 0 0,0 0 0,-1 1 0,1 0 0,0-1 0,0 1 0,1 0 0,-1 0 0,0 0 0,1 0 0,0 0 0,-2 7 0,1 2 0,-1 0 0,2 1 0,0 12 0,-4 26 0,2-35 0,1 0 0,1 0 0,1 23 0,1-23 0,-2 0 0,0 0 0,-4 23 0,2-16 0,1 0 0,0 0 0,2 0 0,1 0 0,5 37 0,2 45 0,-6-63 0,9 59 0,-1-26 0,8 22 0,-2-16 0,-10-41 0,0 59 0,-5-83 0,1 1 0,1 0 0,1-1 0,9 29 0,-4-16 0,19 70 0,-23-79 0,3 11 0,1 0 0,16 37 0,-21-58 0,0 1 0,-1-1 0,-1 1 0,2 14 0,-2-13 0,1 0 0,0 1 0,4 12 0,5 17 0,-10-32 0,0 0 0,8 18 0,-6-17 0,0 1 0,-1 1 0,0-1 0,1 18 0,7 24 0,-11-53 0,0 0 0,0 0 0,1-1 0,-1 1 0,0 0 0,1-1 0,-1 1 0,1-1 0,-1 1 0,1 0 0,-1-1 0,1 1 0,-1-1 0,1 1 0,0-1 0,-1 0 0,1 1 0,0-1 0,-1 1 0,1-1 0,0 0 0,-1 0 0,1 1 0,0-1 0,0 0 0,-1 0 0,1 0 0,0 0 0,0 0 0,-1 0 0,1 0 0,0 0 0,0 0 0,-1 0 0,1-1 0,1 1 0,34-14 0,-10 4 0,2 5 0,1-1 0,35-12 0,-54 15 0,0 0 0,0 1 0,1 0 0,12 0 0,-10 1 0,0 0 0,17-5 0,-13 2 0,1 1 0,1 1 0,-1 1 0,27 0 0,-26 2 0,0-1 0,0-2 0,35-5 0,-4-3-174,0 2-1,72-1 1,-29 3 36,150-8-911,58 3-1048,83-1 2097,-138 8-2157,18-1 1928,375-1-1198,-378 8 1374,1421-2 53,-1233 11 0,-132-13 0,348 4 0,-403 16 0,35-1 0,-96-17 0,328 6 0,-107 8 0,-147-11 0,72 3 0,229 1-664,-340-9 658,73 3-140,329-2-179,-457-5-310,125 0 672,264-2-37,242 3-644,-453 7 708,1415-2-1766,-1564-12 1608,-36 1 100,328-1 26,-112 0 127,-227 8-159,245-3 0,165-2 0,-64-2 220,-272 9-220,144-8 0,50-6 0,-152 11 0,117 0 698,32-1-382,-265-1-328,119-7 826,43-3-519,-310 16-238,73-1 923,106-6-1006,-10-4 2306,-69 9-2390,-69 4 1088,55-8 0,-67 4 140,35 1 1,-37 2-176,46-6 0,-29-2-943,89 0 0,-23-4 0,543 12 0,-657 0 0,0 1 0,0-1 0,0 0 0,1 0 0,-1 0 0,0 0 0,0 0 0,0 0 0,0 0 0,0-1 0,0 1 0,0 0 0,0 0 0,0-1 0,0 1 0,0-1 0,0 1 0,0-1 0,0 1 0,0-1 0,-1 0 0,1 1 0,0-1 0,0 0 0,-1 0 0,1 1 0,0-1 0,-1 0 0,1 0 0,-1 0 0,1 0 0,0-2 0,-1 1 0,0-1 0,0 1 0,-1-1 0,1 1 0,-1 0 0,0-1 0,1 1 0,-1-1 0,0 1 0,-1 0 0,1 0 0,0 0 0,-2-3 0,-19-24 0,-6-11 0,8 12 0,-2-5 0,2-1 0,15 26 0,0 0 0,1 0 0,-7-16 0,3 3 0,-20-38 0,17 39 0,2 0 0,-9-24 0,-17-51 0,19 56 0,-12-45 0,-43-190 0,37 168 0,3 13 0,13 14 0,10 42 0,-20-57 0,22 80 0,1-1 0,1 1 0,1-1 0,-3-19 0,4 25 0,0 0 0,-1 0 0,0 0 0,-1 0 0,-7-15 0,-6-11 0,11 15 0,4 14 0,0-1 0,-1 1 0,0-1 0,-5-8 0,7 13 0,0 0 0,0 1 0,-1-1 0,1 1 0,0 0 0,-1-1 0,1 1 0,-1 0 0,0 0 0,1 0 0,-1 0 0,0 0 0,1 0 0,-1 0 0,0 1 0,0-1 0,0 1 0,0-1 0,0 1 0,-3 0 0,-53-5 0,-35-1 0,-152 5-641,-146 3-656,257 9 812,-16 1-565,-80 0 668,-46-1 457,-2517-12-4404,1515 2 3008,736-13 1321,-220 1 0,296 2-777,151 5 783,-53-2-7,-63 1 1,102 5 0,188-5 262,-134-1 217,-1444 6 396,1564-12-875,10 1 0,-37 5 0,-65 0 0,71 7 232,-228-2 585,273-4-817,-118-2 0,41 9 0,-291-4 0,385-3 0,-86-1 0,-109-6 0,-3 0 666,116 1-338,102 6-328,-50-1 0,-57-6 0,-8 1 0,48 4 0,69 2 0,10 1 242,-118-3 718,-19-5-960,-671 13 0,681-14 0,-132 5 0,3 4 0,189 6 0,-528-2 5341,521 11-5341,46-12 0,-88 2 0,51 11 0,91-7 0,-42 2 0,63-6 0,1 2 0,-43 10 0,41-7 0,-71 5 0,78-10 0,-45 6 0,-32 5 0,-10 0 0,96-10 0,0-1 0,-34-2 0,-22 1 0,-5 13 0,46-8 0,-22 1 0,-47 5 0,-335-11-1365,429 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4.387"/>
    </inkml:context>
    <inkml:brush xml:id="br0">
      <inkml:brushProperty name="width" value="0.035" units="cm"/>
      <inkml:brushProperty name="height" value="0.035" units="cm"/>
      <inkml:brushProperty name="color" value="#E71224"/>
    </inkml:brush>
  </inkml:definitions>
  <inkml:trace contextRef="#ctx0" brushRef="#br0">98 1996 24575,'0'10'0,"1"0"0,0 0 0,1-1 0,0 1 0,1 0 0,4 12 0,-5-17 0,6 21 0,-5-16 0,0 1 0,0-1 0,10 18 0,-10-22 0,-1-1 0,0 0 0,-1 0 0,1 1 0,-1-1 0,0 1 0,-1-1 0,1 9 0,-1-7 0,1 0 0,0 0 0,0 0 0,1 0 0,2 7 0,34 97 0,-21-51 0,-17-99 0,-2 31 0,-1 1 0,0-1 0,-1 1 0,0 0 0,-7-11 0,7 13 0,0-1 0,1 1 0,0-1 0,0 0 0,0 0 0,1 0 0,0-1 0,0 1 0,-1-7 0,1 5 0,1 1 0,-2-1 0,1 1 0,-1 0 0,0 0 0,-1 0 0,1 0 0,-1 0 0,-1 1 0,1 0 0,-9-9 0,10 11 0,0-1 0,1 1 0,-1-1 0,1 0 0,-3-9 0,-6-12 0,0 5 0,9 15 0,-1 1 0,0-1 0,0 1 0,-1 0 0,0 0 0,-5-7 0,7 10 0,-1-1 0,1 0 0,0-1 0,1 1 0,-1 0 0,-2-7 0,3 7 0,1 1 0,-1-1 0,0 1 0,0 0 0,0 0 0,-1-1 0,1 1 0,0 0 0,-1 0 0,1 0 0,-1 0 0,0 1 0,0-1 0,0 0 0,-2-1 0,4 3 0,0 0 0,0 1 0,1-1 0,-1 0 0,0 1 0,0-1 0,0 0 0,0 1 0,0-1 0,0 0 0,0 0 0,0 1 0,0-1 0,0 0 0,0 1 0,0-1 0,0 0 0,0 1 0,0-1 0,0 0 0,0 1 0,0-1 0,0 0 0,0 0 0,0 1 0,0-1 0,-1 0 0,1 1 0,0-1 0,0 0 0,0 0 0,-1 1 0,1-1 0,0 0 0,0 0 0,-1 0 0,1 1 0,0-1 0,0 0 0,-1 0 0,1 0 0,0 0 0,-1 0 0,1 1 0,0-1 0,0 0 0,-1 0 0,1 0 0,0 0 0,-1 0 0,1 0 0,0 0 0,-1 0 0,1 0 0,0 0 0,-1 0 0,1-1 0,0 1 0,-1 0 0,1 0 0,0 0 0,0 0 0,-1 0 0,1 0 0,0-1 0,0 1 0,-1 0 0,1-1 0,11 23 0,7 8 0,1 0 0,-7-14 0,-1 0 0,0 0 0,-1 1 0,15 34 0,-14-28 0,0-6 0,-9-15 0,0-1 0,-1 1 0,0 0 0,1 0 0,-1 0 0,0 0 0,0 0 0,0 0 0,0 0 0,-1 0 0,2 4 0,1 7 0,1 0 0,1-1 0,0 1 0,0-1 0,2 0 0,14 22 0,-19-30 0,1 0 0,0 0 0,1 0 0,-1-1 0,1 1 0,-1-1 0,8 6 0,-9-8 0,-1 0 0,1-1 0,0 1 0,-1 0 0,1-1 0,0 0 0,0 1 0,-1-1 0,1 0 0,0 0 0,0 0 0,-1 0 0,1 0 0,0 0 0,0 0 0,-1-1 0,1 1 0,0 0 0,0-1 0,-1 0 0,1 1 0,-1-1 0,1 0 0,0 0 0,1-2 0,32-14 0,-29 15 0,0-1 0,0 0 0,0 0 0,0 0 0,7-6 0,95-72 0,-26 20 0,20-16-432,65-53-482,226-146-5594,-393 276 6498,365-209-2238,-204 121 1837,258-139-794,-128 70 509,249-142-636,229-92 67,-372 213 2196,-328 148-64,172-83 5216,-144 60 1057,-91 48-8505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5.594"/>
    </inkml:context>
    <inkml:brush xml:id="br0">
      <inkml:brushProperty name="width" value="0.035" units="cm"/>
      <inkml:brushProperty name="height" value="0.035" units="cm"/>
      <inkml:brushProperty name="color" value="#E71224"/>
    </inkml:brush>
  </inkml:definitions>
  <inkml:trace contextRef="#ctx0" brushRef="#br0">1725 0 24575,'0'2'0,"-1"0"0,1-1 0,-1 1 0,1-1 0,-1 1 0,0-1 0,0 1 0,0-1 0,0 1 0,-2 1 0,-7 15 0,-40 133-434,4-14 58,33-94-151,-25 50 0,-4 11-172,-52 149-1442,59-165 2130,-47 108-402,-165 311-1705,205-429 2089,-156 286-587,-21-11 133,122-206 525,-19 27 12,-139 140 3204,230-286-2275,6-6 954,-24 21 0,35-34-1789,-4 4-130,7-15-31,3-8 23,-3-138-10,-4 32-1958,6 96-4275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5.927"/>
    </inkml:context>
    <inkml:brush xml:id="br0">
      <inkml:brushProperty name="width" value="0.035" units="cm"/>
      <inkml:brushProperty name="height" value="0.035" units="cm"/>
      <inkml:brushProperty name="color" value="#E71224"/>
    </inkml:brush>
  </inkml:definitions>
  <inkml:trace contextRef="#ctx0" brushRef="#br0">1 1 24575,'0'7'0,"1"0"0,1 0 0,-1 0 0,1 0 0,0 0 0,0 0 0,1-1 0,0 1 0,0-1 0,1 0 0,7 10 0,13 27 0,-11-19-172,0-2 0,2 0 0,28 33 0,-11-13 29,81 123-1509,-30-40 104,-11-25 1381,92 99-1,-25-41-547,106 106-891,96 24 1606,-203-176 0,46 24-1180,-43-33 393,165 105 114,-131-94 390,-76-51 283,142 67 0,-121-66 232,-61-31 2,75 29 1,70 28 1729,-45-25 4853,-97-41-8054,-54-21-5589</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6.319"/>
    </inkml:context>
    <inkml:brush xml:id="br0">
      <inkml:brushProperty name="width" value="0.035" units="cm"/>
      <inkml:brushProperty name="height" value="0.035" units="cm"/>
      <inkml:brushProperty name="color" value="#E71224"/>
    </inkml:brush>
  </inkml:definitions>
  <inkml:trace contextRef="#ctx0" brushRef="#br0">1583 0 24575,'-2'4'0,"1"0"0,-1 0 0,-1 0 0,1-1 0,0 1 0,-1-1 0,-3 4 0,0 1 0,1 0 0,0-1 0,1 1 0,0-1 0,0 1 0,1 0 0,0 0 0,-2 13 0,-2 0 0,-1 1 0,-1-2 0,-1 1 0,-18 27 0,11-20 0,-14 36 0,-134 359-2351,83-226 2351,-19 50 0,82-202 0,-39 70 0,7-16 0,12-18-327,-3-1 0,-4-2 0,-56 74-1,10-52 946,45-51 1120,46-48-1677,-8 9 78,-1 1-1,0-1 0,0-1 0,-1 0 0,0 0 0,0-1 0,-1 0 0,-21 9 0,24-13-138,-1-1 0,1 0 0,-1 0 0,1-1 0,-1-1 0,0 0 0,1 0 0,-1-1 0,0 0 0,0 0 0,0-1 0,1-1 0,-1 1 0,0-2 0,1 1 0,0-1 0,-18-8 0,-16-11 0,34 18 0,-1 0 0,1-1 0,0 0 0,0-1 0,-11-9 0,4 2 45,0 1-1,-27-15 1,-17-12-1544,44 26-5327</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0:59:26.777"/>
    </inkml:context>
    <inkml:brush xml:id="br0">
      <inkml:brushProperty name="width" value="0.035" units="cm"/>
      <inkml:brushProperty name="height" value="0.035" units="cm"/>
      <inkml:brushProperty name="color" value="#E71224"/>
    </inkml:brush>
  </inkml:definitions>
  <inkml:trace contextRef="#ctx0" brushRef="#br0">0 0 24575,'6'3'0,"-1"-1"0,0 1 0,0 0 0,0 1 0,0-1 0,6 7 0,26 19-263,41 25-1,3 1-42,142 110-1268,15 22 1574,-112-87 0,30 16-2059,31 21 2059,-137-98 0,144 110 0,281 224-1376,-230-180 1324,8 12 52,-206-169 1600,2-2 0,91 47 0,-98-53-519,-37-24-1185,0 0 0,0-1 0,1 1 0,-1-1 0,1 0 0,-1 0 0,1-1 0,0 0 0,0 0 0,0 0 0,0-1 0,12 2 0,-8-3-6722</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44.873"/>
    </inkml:context>
    <inkml:brush xml:id="br0">
      <inkml:brushProperty name="width" value="0.035" units="cm"/>
      <inkml:brushProperty name="height" value="0.035" units="cm"/>
      <inkml:brushProperty name="color" value="#E71224"/>
    </inkml:brush>
  </inkml:definitions>
  <inkml:trace contextRef="#ctx0" brushRef="#br0">166 23 24575,'404'0'0,"-288"-12"0,-98 13 0,-14 0 0,1-1 0,-1 1 0,1-1 0,-1 0 0,1 0 0,0-1 0,-1 1 0,1-1 0,-1 0 0,0 0 0,1-1 0,3-1 0,-39-2 0,-101 13 0,109-5 0,-221 28 0,174-26 0,56-6 0,0 2 0,0 0 0,0 0 0,0 1 0,-19 6 0,22-5 0,-1 0 0,0-1 0,-19 0 0,23-2 0,0 1 0,0 0 0,0 0 0,0 0 0,0 1 0,0 0 0,0 0 0,1 1 0,-1 0 0,-6 5 0,14-8 0,-1 0 0,1 0 0,0 0 0,0 0 0,0 0 0,0 0 0,0 0 0,-1 0 0,1 0 0,0 0 0,0 0 0,0 1 0,0-1 0,0 0 0,0 0 0,-1 0 0,1 0 0,0 0 0,0 0 0,0 1 0,0-1 0,0 0 0,0 0 0,0 0 0,0 0 0,0 0 0,0 1 0,0-1 0,0 0 0,0 0 0,0 0 0,0 0 0,0 1 0,0-1 0,0 0 0,0 0 0,0 0 0,0 0 0,0 1 0,0-1 0,0 0 0,0 0 0,0 0 0,0 0 0,0 0 0,0 1 0,0-1 0,1 0 0,9 4 0,13-2 0,293-3 0,-302 0 0,0 0 0,0-1 0,19-6 0,-20 5 0,1 0 0,0 0 0,19 0 0,16-5-1365,-40 7-5461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45.715"/>
    </inkml:context>
    <inkml:brush xml:id="br0">
      <inkml:brushProperty name="width" value="0.035" units="cm"/>
      <inkml:brushProperty name="height" value="0.035" units="cm"/>
      <inkml:brushProperty name="color" value="#E71224"/>
    </inkml:brush>
  </inkml:definitions>
  <inkml:trace contextRef="#ctx0" brushRef="#br0">116 1 24575,'-2'0'0,"1"1"0,-1-1 0,1 0 0,0 1 0,-1 0 0,1-1 0,0 1 0,-1 0 0,1 0 0,0 0 0,0 0 0,0 0 0,-1 0 0,1 0 0,0 0 0,1 0 0,-1 0 0,0 0 0,0 1 0,-1 1 0,-12 29 0,6-6 0,-6 32 0,-5 18 0,12-50 0,2-1 0,0 1 0,-2 32 0,2-19 0,3-22 0,-2 30 0,5 210 0,-1-278 0,2 0 0,5-24 0,-5 24 0,0 1 0,-3-41 0,-1 34 0,4-26 0,19-74 0,-15 86 0,-3 26 0,-1 1 0,1-20 0,-4-127-1365,1 151-5461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48.530"/>
    </inkml:context>
    <inkml:brush xml:id="br0">
      <inkml:brushProperty name="width" value="0.035" units="cm"/>
      <inkml:brushProperty name="height" value="0.035" units="cm"/>
      <inkml:brushProperty name="color" value="#E71224"/>
    </inkml:brush>
  </inkml:definitions>
  <inkml:trace contextRef="#ctx0" brushRef="#br0">23 158 24575,'0'498'0,"-1"-487"0,0 1 0,-1 0 0,0-1 0,-6 21 0,8-32 0,0 0 0,0 0 0,0 0 0,0 0 0,0 0 0,0 0 0,0 1 0,0-1 0,0 0 0,0 0 0,0 0 0,0 0 0,0 0 0,0 0 0,0 1 0,0-1 0,-1 0 0,1 0 0,0 0 0,0 0 0,0 0 0,0 0 0,0 0 0,0 0 0,0 1 0,0-1 0,0 0 0,0 0 0,-1 0 0,1 0 0,0 0 0,0 0 0,0 0 0,0 0 0,0 0 0,0 0 0,0 0 0,-1 0 0,1 0 0,0 0 0,0 0 0,0 0 0,0 0 0,0 0 0,0 0 0,-1 0 0,1 0 0,0 0 0,0 0 0,0 0 0,0 0 0,-3-8 0,2-14 0,7-21 0,-1-1 0,-3 1 0,-3-64 0,-1 26 0,2-307-1365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49.228"/>
    </inkml:context>
    <inkml:brush xml:id="br0">
      <inkml:brushProperty name="width" value="0.035" units="cm"/>
      <inkml:brushProperty name="height" value="0.035" units="cm"/>
      <inkml:brushProperty name="color" value="#E71224"/>
    </inkml:brush>
  </inkml:definitions>
  <inkml:trace contextRef="#ctx0" brushRef="#br0">184 35 24575,'0'-1'0,"1"1"0,-1-1 0,0 0 0,1 1 0,-1-1 0,1 1 0,-1-1 0,0 1 0,1-1 0,-1 1 0,1-1 0,0 1 0,-1-1 0,1 1 0,-1 0 0,1-1 0,0 1 0,-1 0 0,1-1 0,0 1 0,-1 0 0,1 0 0,0 0 0,-1 0 0,1 0 0,0 0 0,1 0 0,23-2 0,-22 2 0,80 0 0,-34 0 0,65-7 0,1-4 0,146 6 0,-193 5 0,-104 16 0,14-10 0,-39 7 0,-11 3 0,57-13 0,0 0 0,-28 2 0,25-4 0,-32 7 0,-216 46 0,245-52 0,-37-1 0,41-2 0,0 1 0,0 1 0,-30 5 0,35-4 0,0 0 0,-21 0 0,21-2 0,-1 1 0,-20 4 0,13-2-1365,11-2-5461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50.118"/>
    </inkml:context>
    <inkml:brush xml:id="br0">
      <inkml:brushProperty name="width" value="0.035" units="cm"/>
      <inkml:brushProperty name="height" value="0.035" units="cm"/>
      <inkml:brushProperty name="color" value="#E71224"/>
    </inkml:brush>
  </inkml:definitions>
  <inkml:trace contextRef="#ctx0" brushRef="#br0">209 1 24575,'-15'-1'0,"0"2"0,0 0 0,-1 0 0,-24 7 0,80-8 0,-15 2 0,29 4 0,-26-1 0,53 7 0,-49-8 0,-8 0 0,36-1 0,-13-4 0,67 2 0,-101 2 0,-19 1 0,-20 1 0,-4-5 0,1-1 0,-46-7 0,30 1 0,-1 3 0,-45 0 0,-1-8 0,28 13 0,-46-2 0,99-2 120,11 3-145,0 0 0,0 0-1,0 0 1,1 0 0,-1 0 0,0 0 0,0 0 0,0 0-1,0 0 1,0 0 0,0 0 0,0 0 0,1 0 0,-1 0-1,0 0 1,0 0 0,0 0 0,0-1 0,0 1 0,0 0-1,0 0 1,0 0 0,0 0 0,1 0 0,-1 0 0,0 0-1,0 0 1,0-1 0,0 1 0,0 0 0,0 0 0,0 0-1,0 0 1,0 0 0,0 0 0,0-1 0,0 1 0,0 0-1,0 0 1,0 0 0,0 0 0,0 0 0,0 0 0,0-1-1,0 1 1,0 0 0,0 0 0,-1 0 0,1 0 0,0 0-1,0 0 1,0 0 0,0-1 0,0 1 0,0 0 0,0 0-1,0 0 1,-1 0 0,7-1-6801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2:53.492"/>
    </inkml:context>
    <inkml:brush xml:id="br0">
      <inkml:brushProperty name="width" value="0.035" units="cm"/>
      <inkml:brushProperty name="height" value="0.035" units="cm"/>
      <inkml:brushProperty name="color" value="#E71224"/>
    </inkml:brush>
  </inkml:definitions>
  <inkml:trace contextRef="#ctx0" brushRef="#br0">48 23 24575,'-1'6'0,"0"-1"0,0 0 0,-1-1 0,0 1 0,-5 9 0,2-3 0,-1 5 0,1 1 0,0 1 0,1-1 0,1 1 0,-2 28 0,5 94 0,1-66 0,-2 19 0,3 100 0,12-83 0,-6-63 0,5 90 0,-8-88 0,1 22 0,-5-59 0,0 1 0,1 0 0,1 0 0,0-1 0,5 14 0,9 36 0,-16-54 0,1-1 0,0 0 0,1 0 0,-1 0 0,6 9 0,3 7 0,-9-17 0,-1-3 0,0 0 0,0 0 0,0 0 0,1-1 0,-1 1 0,1 0 0,0-1 0,2 4 0,-3-5 0,1 0 0,0 0 0,0 0 0,0 0 0,0-1 0,0 1 0,-1 0 0,1-1 0,0 1 0,0-1 0,1 0 0,-1 1 0,0-1 0,4-1 0,23 1 0,-16-1 0,0 1 0,-1 1 0,1 0 0,17 4 0,-8-2 0,1 0 0,-1-1 0,1-2 0,31-2 0,3 0 0,133 11 0,13 3-1723,36 3 886,284 22-2865,-486-33 3702,388 35 0,-17-7 0,-92-20 0,295-8-716,-341-6 508,-226 2 218,420-9 8,-350 4-18,95-8 0,47-7 0,-86 8 0,-61-4 0,-68 9 0,48-3 0,196-11 955,-54 7-598,-148 8 1801,-5 0-679,-42 4-1025,0-2-1,38-9 1,33-3 394,22-7-848,-84 14 0,-2-1 0,-21 4 0,40-4 0,-42 7 0,0-1 0,0-1 0,20-7 0,-17 5 0,38-8 0,-17 4 0,-36 8 0,1 1 0,0 0 0,0 0 0,15-1 0,-15 2 0,0 0 0,0 0 0,-1-1 0,13-4 0,-13 3 0,1 0 0,-1 1 0,1 1 0,17-2 0,-12 2 0,1 0 0,-1-2 0,18-3 0,-18 2 0,0 1 0,1 1 0,17-1 0,72-9 0,-90 13 0,-5-1 0,1 0 0,-1 0 0,0 0 0,0-1 0,0-1 0,0 1 0,0-2 0,16-5 0,-19 6 0,-1 0 0,1 1 0,0 0 0,-1 0 0,1 0 0,0 1 0,0 0 0,-1 0 0,9 1 0,-8 0 0,0-1 0,-1 0 0,1 0 0,0 0 0,0-1 0,-1 0 0,1 0 0,9-3 0,-12 2 0,1-1 0,-1 1 0,0-1 0,0 0 0,0 0 0,-1 0 0,5-6 0,4-5 0,-7 9 0,0 0 0,-1-1 0,0 0 0,0 1 0,0-1 0,3-11 0,9-18 0,-9 24 0,0 1 0,0-1 0,-1 0 0,-1 0 0,0 0 0,5-23 0,8-37 0,-11 52 0,6-42 0,-11 49 0,9-126 0,-9 66 0,-2-64 0,-2 119 0,0-1 0,-10-27 0,7 25 0,-4-29 0,6 37 0,0-1 0,0 1 0,-1 1 0,0-1 0,-1 1 0,0 0 0,-15-19 0,14 19 0,4 6 0,0 1 0,0-1 0,-1 1 0,1 0 0,-1 0 0,0 0 0,0 0 0,-1 1 0,1-1 0,-1 1 0,1 0 0,-1 1 0,0-1 0,0 1 0,0 0 0,-1 0 0,1 0 0,-6 0 0,-9-3 0,-29-11 0,36 11 0,0 0 0,0 1 0,0 0 0,0 2 0,-26-3 0,36 5 0,-41-1 0,-48-7 0,56 4 0,-70 3 0,69 2 0,-67-6 0,47-1 0,-109 5 0,75 3 0,-1286-2 0,1205-12 0,-911 12 0,932 13 0,-983-14 0,983-11 0,1 0 0,44 13 0,-92-2 0,132-3 0,-105-3 0,-225 8 0,320 6 0,39-3 0,-102 20 0,79-13 0,46-7 0,0-2 0,0 1 0,-22 0 0,12-4 0,9 0 0,0 1 0,1 0 0,-1 1 0,0 1 0,1 0 0,-1 1 0,-16 6 0,23-7 0,0 0 0,0 0 0,0-1 0,0 0 0,-15 0 0,-27 4 0,38-2 0,-16 4 0,-1-1 0,0-1 0,-53 2 0,-21 5 0,90-11 0,0 0 0,0 2 0,-20 5 0,-11 2 0,32-8 36,-1 2 0,-17 6 0,19-5-404,0-2-1,1 0 1,-19 3 0,20-5-6458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4.375"/>
    </inkml:context>
    <inkml:brush xml:id="br0">
      <inkml:brushProperty name="width" value="0.035" units="cm"/>
      <inkml:brushProperty name="height" value="0.035" units="cm"/>
      <inkml:brushProperty name="color" value="#E71224"/>
    </inkml:brush>
  </inkml:definitions>
  <inkml:trace contextRef="#ctx0" brushRef="#br0">35 0 24575,'0'405'0,"-7"-355"0,2-20 0,-5 31 0,5-35 0,2 0 0,-2 41 0,5-65-26,0-4 88,1-4-1463,-1-1-5425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4.967"/>
    </inkml:context>
    <inkml:brush xml:id="br0">
      <inkml:brushProperty name="width" value="0.035" units="cm"/>
      <inkml:brushProperty name="height" value="0.035" units="cm"/>
      <inkml:brushProperty name="color" value="#E71224"/>
    </inkml:brush>
  </inkml:definitions>
  <inkml:trace contextRef="#ctx0" brushRef="#br0">1 65 24575,'29'-9'0,"-13"3"0,18-4 0,1 2 0,47-6 0,-44 9 0,-20 3 0,30-2 0,-9 6-68,-26-1-148,1 0 0,0-1-1,-1-1 1,1 0 0,25-5 0,-31 3-6610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5.543"/>
    </inkml:context>
    <inkml:brush xml:id="br0">
      <inkml:brushProperty name="width" value="0.035" units="cm"/>
      <inkml:brushProperty name="height" value="0.035" units="cm"/>
      <inkml:brushProperty name="color" value="#E71224"/>
    </inkml:brush>
  </inkml:definitions>
  <inkml:trace contextRef="#ctx0" brushRef="#br0">1 46 24575,'26'0'0,"-1"-2"0,31-5 0,36-4 0,-65 7-116,25-5-508,98-4-1,-140 13-6201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6.591"/>
    </inkml:context>
    <inkml:brush xml:id="br0">
      <inkml:brushProperty name="width" value="0.035" units="cm"/>
      <inkml:brushProperty name="height" value="0.035" units="cm"/>
      <inkml:brushProperty name="color" value="#E71224"/>
    </inkml:brush>
  </inkml:definitions>
  <inkml:trace contextRef="#ctx0" brushRef="#br0">1 35 24575,'111'1'0,"115"-2"0,-158-4 0,72-1 0,207-5-716,-303 9 716,274-8 0,179 10-649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7.080"/>
    </inkml:context>
    <inkml:brush xml:id="br0">
      <inkml:brushProperty name="width" value="0.035" units="cm"/>
      <inkml:brushProperty name="height" value="0.035" units="cm"/>
      <inkml:brushProperty name="color" value="#E71224"/>
    </inkml:brush>
  </inkml:definitions>
  <inkml:trace contextRef="#ctx0" brushRef="#br0">26 1 24575,'0'45'0,"1"2"0,-9 76 0,4-77 0,1 68 0,4-66 0,-8 60 0,4-78 0,1 0 0,1 0 0,4 30 0,-3-58-68,0-1 0,1 1-1,-1-1 1,0 1 0,0-1 0,1 1-1,-1-1 1,1 1 0,-1-1 0,1 0-1,-1 1 1,1-1 0,0 0 0,0 1-1,0-1 1,0 0 0,0 0 0,0 0-1,2 2 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09.671"/>
    </inkml:context>
    <inkml:brush xml:id="br0">
      <inkml:brushProperty name="width" value="0.035" units="cm"/>
      <inkml:brushProperty name="height" value="0.035" units="cm"/>
      <inkml:brushProperty name="color" value="#E71224"/>
    </inkml:brush>
  </inkml:definitions>
  <inkml:trace contextRef="#ctx0" brushRef="#br0">36 1755 24575,'0'0'0,"0"-1"0,1 1 0,-1-1 0,0 0 0,1 1 0,-1-1 0,1 1 0,-1-1 0,1 1 0,-1-1 0,1 1 0,-1-1 0,1 1 0,0 0 0,-1-1 0,1 1 0,0 0 0,-1 0 0,1-1 0,0 1 0,-1 0 0,1 0 0,0 0 0,-1 0 0,1 0 0,1 0 0,23-2 0,-22 2 0,149-1 12,100-5-721,109 0-919,-215 8-162,213-15 1790,-117 2 0,89-6-1827,14-1 1321,33 6 506,-213 8 0,101-2 0,199-6 0,-207-2 0,12 0-1191,-148 10 1304,317-19-146,-40-10 2410,-379 31-1973,130-9 4290,-111 7-4665,-11 2-2,52-11 1,-66 11-28,-1-1 0,21 1 0,-20 1 0,0 0 0,17-4 0,-7 1 0,-1 2 0,1 0 0,-1 2 0,29 2 0,6 0 0,-32-3 0,0 1 0,1 0 0,44 8 0,-38-4 0,0-1 0,1-2 0,41-3 0,-5 0 0,91 11 0,17-5 0,-105-5 0,64-11 0,-117 11 0,-1 0 0,28-6 0,45-4 0,-84 9 0,11 0 0,0-1 0,-1-2 0,0 0 0,21-8 0,-32 11 0,0 0 0,1 0 0,-1 0 0,1 1 0,0 0 0,-1 1 0,11 0 0,-8 0 0,1 0 0,0-1 0,10-2 0,29-7 0,-37 9 0,0-1 0,0-1 0,0 0 0,0-1 0,0 0 0,-1-1 0,13-7 0,-22 10 0,0-1 0,0 1 0,-1-1 0,1 0 0,-1 0 0,1 0 0,-1 0 0,0 0 0,0 0 0,-1-1 0,1 1 0,0-1 0,-1 1 0,0-1 0,0 1 0,1-8 0,0-4 0,-1-1 0,0-25 0,-1 39 0,0-43 0,1 24 0,-1 1 0,-1-1 0,-7-39 0,1 32 0,-6-24 0,-7-57 0,16 83 0,-2 1 0,-1 0 0,-13-34 0,6 30 0,11 25 0,1-1 0,-1 0 0,1-1 0,0 1 0,0 0 0,1 0 0,0-1 0,-1-7 0,0-9 0,-1 0 0,-1 0 0,0 1 0,-9-24 0,4 17 0,2-1 0,1 0 0,-4-45 0,8 63 0,-1 1 0,1-1 0,-2 1 0,0 0 0,0 0 0,0 0 0,-1 0 0,-11-14 0,-13-28 0,23 40 0,0 1 0,-15-18 0,14 18 0,-1 1 0,-10-23 0,15 28 0,1 1 0,-1 1 0,0-1 0,0 0 0,-1 1 0,1-1 0,-1 1 0,0 0 0,1 0 0,-1 1 0,0-1 0,-1 1 0,-4-2 0,-15-11 0,16 10 0,0 1 0,0 0 0,-1 0 0,0 1 0,1-1 0,-1 2 0,0 0 0,-1 0 0,-12-1 0,-12 1 0,-43 3 0,20 1 0,-1072-2-2440,986 12 2440,12 0 0,-536-11 0,320-3 0,106-10 0,144 1 0,-33-2 0,-391-9 0,402 17 0,-105-2 0,-736 8-1099,774 11 3391,101-5-1453,33-2-431,-73 6-408,-10 8 0,43-5 0,-41 0 0,80-8 0,-90 23 0,139-28 0,-48 18 0,3-1 0,4-10 0,37-7 0,-1 0 0,1 1 0,0 0 0,-1 0 0,1 0 0,0 1 0,-14 8 0,12-6 0,1-1 0,-1 0 0,-16 4 0,-12 5 0,-1 0 0,30-10 0,0 0 0,0 0 0,0 1 0,1 0 0,-1 0 0,1 1 0,-12 9 0,16-11 0,0-1 0,0 1 0,0-1 0,0 0 0,0 0 0,0 0 0,0-1 0,-7 2 0,6-2 0,0 1 0,1-1 0,-1 1 0,1 0 0,-1 0 0,1 1 0,-8 4 0,7-2 0,0 0 0,-1-1 0,1 0 0,-1 0 0,0 0 0,0-1 0,0 0 0,-1 0 0,1 0 0,-1-1 0,-11 3 0,12-3 0,-1 0 0,1 0 0,0 1 0,-1 0 0,1 0 0,0 1 0,1-1 0,-1 1 0,-6 7 0,-29 16 0,11-14 0,17-7 0,1-1 0,-18 12 0,26-15 0,1 0 0,0 0 0,1 1 0,-1-1 0,0 1 0,1 0 0,-1 0 0,1 0 0,0 0 0,0 0 0,0 0 0,0 0 0,-2 7 0,0 5 0,1 0 0,0-1 0,0 20 0,3-33 0,-5 39 0,2-23 0,-1 31 0,6-13 0,10 55 0,-4-37 0,-1 4 0,0 71 0,-6-108 0,1 0 0,7 35 0,3 9 0,-9-29 0,2 0 0,2 0 0,16 49 0,-18-66 0,-1-1 0,4 31 0,1 6 0,-8-47 0,1 0 0,0-1 0,0 1 0,0 0 0,1-1 0,6 13 0,-7-18 0,-1 1 0,0-1 0,0 0 0,1 0 0,-1 1 0,0-1 0,1 0 0,-1 0 0,1 0 0,0-1 0,-1 1 0,1 0 0,0-1 0,-1 1 0,1-1 0,0 1 0,0-1 0,0 0 0,-1 1 0,1-1 0,0 0 0,0-1 0,0 1 0,-1 0 0,1 0 0,0-1 0,0 1 0,-1-1 0,1 1 0,0-1 0,-1 0 0,3-1 0,24-10-682,44-28-1,-66 36-6143</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10.418"/>
    </inkml:context>
    <inkml:brush xml:id="br0">
      <inkml:brushProperty name="width" value="0.035" units="cm"/>
      <inkml:brushProperty name="height" value="0.035" units="cm"/>
      <inkml:brushProperty name="color" value="#E71224"/>
    </inkml:brush>
  </inkml:definitions>
  <inkml:trace contextRef="#ctx0" brushRef="#br0">2 491 24575,'0'278'0,"-1"-278"0,1 0 0,0 0 0,0 0 0,0 1 0,0-1 0,0 0 0,0 0 0,0 0 0,0 1 0,0-1 0,0 0 0,0 0 0,0 0 0,0 1 0,0-1 0,0 0 0,0 0 0,0 0 0,0 1 0,0-1 0,1 0 0,-1 0 0,0 0 0,0 1 0,0-1 0,0 0 0,0 0 0,0 0 0,1 0 0,-1 0 0,0 1 0,0-1 0,0 0 0,0 0 0,1 0 0,-1 0 0,0 0 0,0 0 0,0 0 0,1 0 0,-1 0 0,0 1 0,10-9 0,10-19 0,-17 22 0,4-3 0,0-1 0,15-12 0,10-13 0,-3 5 0,-22 23 0,0-1 0,-1 1 0,7-11 0,-9 13 0,0 0 0,0 0 0,0 1 0,0-1 0,1 1 0,5-4 0,17-14 0,-13 9 0,0 0 0,2 1 0,-1 1 0,32-16 0,-22 12 0,12-4 0,50-17 0,-31 13 0,186-56 0,-174 59 0,70-33 0,-2 0 0,-109 45 0,-6 1 0,-1 0 0,22-10 0,4-5 0,93-29 0,-125 47 0,7-3 0,0 0 0,-1-1 0,31-15 0,-43 18 0,0-1 0,1 1 0,-1 0 0,1 0 0,0 1 0,0 0 0,14-3 0,-12 4-1365,-1 0-5461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49.214"/>
    </inkml:context>
    <inkml:brush xml:id="br0">
      <inkml:brushProperty name="width" value="0.035" units="cm"/>
      <inkml:brushProperty name="height" value="0.035" units="cm"/>
      <inkml:brushProperty name="color" value="#E71224"/>
    </inkml:brush>
  </inkml:definitions>
  <inkml:trace contextRef="#ctx0" brushRef="#br0">2 0 24575,'-1'32'0,"0"-12"0,2 0 0,0 0 0,5 32 0,7-9 0,-8-29 0,-1 1 0,3 23 0,3 28 0,-5-37 0,-1 1 0,0 31 0,-5 89-1365,1-140-5461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50.061"/>
    </inkml:context>
    <inkml:brush xml:id="br0">
      <inkml:brushProperty name="width" value="0.035" units="cm"/>
      <inkml:brushProperty name="height" value="0.035" units="cm"/>
      <inkml:brushProperty name="color" value="#E71224"/>
    </inkml:brush>
  </inkml:definitions>
  <inkml:trace contextRef="#ctx0" brushRef="#br0">0 0 24575,'359'0'-1365,"-349"0"-5461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50.934"/>
    </inkml:context>
    <inkml:brush xml:id="br0">
      <inkml:brushProperty name="width" value="0.035" units="cm"/>
      <inkml:brushProperty name="height" value="0.035" units="cm"/>
      <inkml:brushProperty name="color" value="#E71224"/>
    </inkml:brush>
  </inkml:definitions>
  <inkml:trace contextRef="#ctx0" brushRef="#br0">1 1 24575,'52'-1'0,"57"3"0,-71 3 0,17 2 0,72-8-1365,-117 1-5461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53.207"/>
    </inkml:context>
    <inkml:brush xml:id="br0">
      <inkml:brushProperty name="width" value="0.035" units="cm"/>
      <inkml:brushProperty name="height" value="0.035" units="cm"/>
      <inkml:brushProperty name="color" value="#E71224"/>
    </inkml:brush>
  </inkml:definitions>
  <inkml:trace contextRef="#ctx0" brushRef="#br0">1 0 24575,'1'9'0,"0"0"0,1 0 0,0 0 0,1-1 0,-1 1 0,2-1 0,6 13 0,-5-9 0,0 0 0,6 22 0,-7-18 0,22 87 0,-24-94 0,0 0 0,0-1 0,-1 1 0,-1 0 0,0 9 0,0-8 0,1 1 0,0 0 0,2 11 0,2 1 0,0 0 0,-2 1 0,0 39 0,9 30 0,-12-87-227,1 0-1,0 0 1,0 0-1,0 0 1,4 8-1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53.850"/>
    </inkml:context>
    <inkml:brush xml:id="br0">
      <inkml:brushProperty name="width" value="0.035" units="cm"/>
      <inkml:brushProperty name="height" value="0.035" units="cm"/>
      <inkml:brushProperty name="color" value="#E71224"/>
    </inkml:brush>
  </inkml:definitions>
  <inkml:trace contextRef="#ctx0" brushRef="#br0">0 43 24575,'68'1'0,"72"-3"0,-59-10 0,-45 7 0,-18 2 0,32 0 0,-36 2-227,0 0-1,0 0 1,0-1-1,0-1 1,15-5-1,-22 5-6598</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3:54.418"/>
    </inkml:context>
    <inkml:brush xml:id="br0">
      <inkml:brushProperty name="width" value="0.035" units="cm"/>
      <inkml:brushProperty name="height" value="0.035" units="cm"/>
      <inkml:brushProperty name="color" value="#E71224"/>
    </inkml:brush>
  </inkml:definitions>
  <inkml:trace contextRef="#ctx0" brushRef="#br0">0 0 24575,'532'0'-1365,"-522"0"-5461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05.102"/>
    </inkml:context>
    <inkml:brush xml:id="br0">
      <inkml:brushProperty name="width" value="0.035" units="cm"/>
      <inkml:brushProperty name="height" value="0.035" units="cm"/>
      <inkml:brushProperty name="color" value="#E71224"/>
    </inkml:brush>
  </inkml:definitions>
  <inkml:trace contextRef="#ctx0" brushRef="#br0">4131 0 24575,'0'2'0,"-1"-1"0,1 1 0,-1-1 0,1 1 0,-1-1 0,0 0 0,1 1 0,-1-1 0,0 0 0,0 0 0,0 1 0,0-1 0,0 0 0,0 0 0,0 0 0,-1 0 0,-1 1 0,-25 16 0,23-15 0,-158 76 0,83-44-360,-149 56-1437,-98 11-186,-183 21-251,309-81 1764,-133 30-883,-530 133-957,678-147 2306,75-20 30,-215 93 730,201-76-585,92-40 454,-54 37 0,22-12-116,-65 40-49,14-8 3611,22-8-803,90-61-3268,-1 1 0,1-1 0,0 1 0,0 0 0,1 0 0,-7 8 0,6-7 0,1 0 0,-1 0 0,0-1 0,-1 0 0,1 0 0,-6 4 0,7-6-136,0 0-1,0 0 1,1 1-1,-1-1 1,0 1-1,1 0 1,0 0-1,-1 0 0,-1 3 1,1 0-6690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05.570"/>
    </inkml:context>
    <inkml:brush xml:id="br0">
      <inkml:brushProperty name="width" value="0.035" units="cm"/>
      <inkml:brushProperty name="height" value="0.035" units="cm"/>
      <inkml:brushProperty name="color" value="#E71224"/>
    </inkml:brush>
  </inkml:definitions>
  <inkml:trace contextRef="#ctx0" brushRef="#br0">0 0 24575,'4'2'0,"0"-1"0,0 1 0,0 0 0,-1 1 0,1-1 0,-1 0 0,5 5 0,-1-1 0,97 70-73,30 22-816,23 27-310,0 1-392,13-4-33,9 7 1003,211 154-1211,253 181 1832,-531-391 96,139 96-1092,-71-49 948,-91-62 32,28 13 1376,17 12 348,-91-57 307,-26-16-196,27 20 0,-37-24-1799,1-1-1,1 0 1,8 4 0,-8-5-23,0 1 1,15 11 0,0 6-1363,-19-18-5461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24.394"/>
    </inkml:context>
    <inkml:brush xml:id="br0">
      <inkml:brushProperty name="width" value="0.035" units="cm"/>
      <inkml:brushProperty name="height" value="0.035" units="cm"/>
      <inkml:brushProperty name="color" value="#E71224"/>
    </inkml:brush>
  </inkml:definitions>
  <inkml:trace contextRef="#ctx0" brushRef="#br0">489 118 24575,'659'0'0,"-639"-4"0,-17 0 0,-13 1 0,-35 0 0,-73 3 0,42 2 0,-66-8 0,-7 0 0,43 5 0,-91 3 0,144 3 0,-43 2 0,-82-8 0,1005 1-566,-777-3 566,0-1 0,79-19 0,-93 16 0,4 1 0,76-1 0,-74 6 0,64-10 0,-65 5 120,-23 4-9,0-1 1,0-1 0,23-8-1,-41 12-111,1 0 0,-1 0 0,1 0 0,-1 0 0,1 0 0,-1 0 0,1 0 0,-1 0 0,0 0 0,1-1 0,-1 1 0,1 0 0,-1 0 0,0 0 0,1-1 0,-1 1 0,0 0 0,1-1 0,-1 1 0,0 0 0,1-1 0,-1 1 0,0 0 0,0-1 0,1 1 0,-1-1 0,0 1 0,0 0 0,0-1 0,1 0 0,-14-4 0,-22 2 0,-82 2 0,-119 3 0,160 4 0,-58 0 0,-35 5 0,55 1 0,96-12 0,-36 0 0,37 1 0,17-1 0,0 0 0,0 0 0,0 0 0,0 0 0,0 0 0,1 0 0,-1 1 0,0-1 0,0 0 0,0 0 0,0 0 0,0 0 0,0 0 0,0 0 0,0 0 0,0 0 0,0 0 0,0 0 0,0 0 0,0 0 0,0 0 0,0 1 0,0-1 0,0 0 0,0 0 0,0 0 0,0 0 0,0 0 0,0 0 0,0 0 0,0 0 0,0 0 0,0 0 0,0 0 0,0 1 0,0-1 0,0 0 0,0 0 0,0 0 0,0 0 0,0 0 0,0 0 0,0 0 0,0 0 0,0 0 0,16 4 0,0-1 0,0-1 0,1 0 0,-1-2 0,1 0 0,18-2 0,14 0 0,456 2 0,-560-11 0,-83 4 0,51 0 0,-100 7 0,77 2 0,65-3 0,-47 2 0,82 1 0,10 2 0,16 6 0,28 5 0,-24-10 0,0-1 0,1-1 0,-1-1 0,22 0 0,12 5-1365,-42-5-5461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26.816"/>
    </inkml:context>
    <inkml:brush xml:id="br0">
      <inkml:brushProperty name="width" value="0.035" units="cm"/>
      <inkml:brushProperty name="height" value="0.035" units="cm"/>
      <inkml:brushProperty name="color" value="#E71224"/>
    </inkml:brush>
  </inkml:definitions>
  <inkml:trace contextRef="#ctx0" brushRef="#br0">2705 566 24575,'-855'0'-1083,"647"-13"1083,68 3 0,-5 2-302,-245-7-1057,-494 15 4103,877 0-2744,1 0 0,0 1 0,-1 0 0,1 0 0,0 0 0,-8 3 0,12-3 0,0-1 0,0 1 0,1 0 0,-1 0 0,1 0 0,-1 0 0,1 0 0,-1 0 0,1 0 0,0 0 0,-1 0 0,1 1 0,0-1 0,0 1 0,0-1 0,0 1 0,0-1 0,0 1 0,0 0 0,1-1 0,-1 1 0,1 0 0,-1-1 0,1 1 0,-1 3 0,1 162 0,2-74 0,7 76 0,3 26 0,-10-152 0,3 32 0,2 52 0,-8 389 0,2-506 0,0 1 0,1-1 0,0 0 0,1 0 0,0 0 0,4 10 0,9 28 0,-16-45 0,0-1 0,1 0 0,-1 0 0,1 0 0,0 0 0,-1 1 0,1-1 0,0 0 0,0 0 0,0-1 0,0 1 0,1 0 0,-1 0 0,1 0 0,-1-1 0,1 1 0,-1-1 0,4 3 0,-3-4 0,0 1 0,1-1 0,-1 1 0,0-1 0,0 0 0,0 0 0,1 0 0,-1 0 0,0-1 0,0 1 0,0 0 0,1-1 0,-1 0 0,0 1 0,0-1 0,0 0 0,0 0 0,2-2 0,20-9 0,-15 6 0,0 1 0,1 1 0,0-1 0,0 2 0,0-1 0,16-2 0,-1 1 0,0-1 0,44-17 0,-45 13 0,1 2 0,44-8 0,34-10 0,-47 16-109,257-35-1575,-108 32 1684,18-9-2075,699 9-1864,-611 14 1174,675-1-582,1314 0 1820,-1533-11 1123,-140-9 404,-416 10 0,1034-6 995,-1037 16-309,59-6 3,11 0 1190,1325 6 4181,-1493 7-6060,-39-1 0,-1-2-150,78 3 5060,-16 0-4189,-97-4-661,211-1-60,-131-3 0,-103 0 0,1-1 0,0 0 0,-1-1 0,1-1 0,17-6 0,-21 7 0,22-11 0,-25 11 0,0 0 0,1 0 0,-1 1 0,1 0 0,-1 0 0,1 0 0,11 0 0,6-1 0,0-2 0,1 0 0,-2-1 0,1-2 0,28-12 0,-51 19 0,1 1 0,-1-1 0,1 1 0,-1-1 0,0 0 0,1 0 0,-1 1 0,0-1 0,0 0 0,1 0 0,-1 0 0,0-1 0,0 1 0,0 0 0,0 0 0,-1 0 0,1-1 0,0 1 0,0-1 0,-1 1 0,1 0 0,-1-1 0,1 1 0,-1-1 0,0 1 0,1-1 0,-1 1 0,0-1 0,0 1 0,0-1 0,0 0 0,0 1 0,-1-1 0,1 1 0,0-1 0,-2-2 0,-1-4 0,-1-1 0,0 1 0,-1-1 0,0 1 0,-6-7 0,-3-6 0,-9-18 0,-2-4 0,-40-90 0,40 78 0,17 39 0,0-1 0,-8-27 0,-28-75 0,29 84 0,-17-60 0,24 54 0,5 25 0,-1 0 0,0 0 0,-11-27 0,4 17 0,-10-43 0,11 34 0,-4-15 0,9 29 0,-1 0 0,-1 0 0,-16-33 0,9 26 0,-11-36 0,23 61 0,-9-23 0,-28-45 0,7 14 0,28 50 0,0 1 0,-1-1 0,0 1 0,-9-8 0,-10-14 0,15 15 0,0 0 0,-1 0 0,-1 1 0,0 0 0,0 1 0,-1 0 0,-18-12 0,25 19 0,0 1 0,0 0 0,0 0 0,-1 0 0,1 1 0,-1 0 0,1 0 0,-1 0 0,0 1 0,0-1 0,0 2 0,0-1 0,-9 0 0,-40 1 0,-53 2 0,40 9 0,46-7 0,-44 4 0,40-7 0,-42 10 0,-5 0 0,-2-5-38,-209 11-419,61-6 358,-26-10-1687,-247-2 713,193-23-1105,106 6 2056,95 12 122,-114-11 0,-455-37-1610,373 36 1143,173 7 467,-69-3 0,-216 3-2727,346 10 2583,-352-10 144,-98-1 0,-14 1-64,-760 11 2410,1014 12-2346,-685-12 8419,867 12-8419,80-11 0,-1 1 0,0 0 0,1 1 0,-1 0 0,1 1 0,-16 8 0,-12 2 0,16-8 0,18-5 0,1 0 0,0 1 0,-1 0 0,1-1 0,-6 5 0,4-4 0,1 0 0,0 0 0,-1 0 0,1-1 0,-1 1 0,0-2 0,1 1 0,-1-1 0,-6 0 0,2 0 0,1 0 0,-20 4 0,10 1 0,-1-1 0,0-1 0,-39 1 0,-44 8 0,78-12 0,0 1 0,-29 6 0,1 5 0,-15 3 0,58-13 0,1 1 0,0 0 0,0 1 0,1 0 0,-1 1 0,-11 7 0,-10 4 0,27-14 0,-3 1 0,1 0 0,-2 0 0,1 0 0,0-1 0,-11 2 0,68-4-1365,-39-1-5461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28.139"/>
    </inkml:context>
    <inkml:brush xml:id="br0">
      <inkml:brushProperty name="width" value="0.035" units="cm"/>
      <inkml:brushProperty name="height" value="0.035" units="cm"/>
      <inkml:brushProperty name="color" value="#E71224"/>
    </inkml:brush>
  </inkml:definitions>
  <inkml:trace contextRef="#ctx0" brushRef="#br0">59 1200 24575,'1'85'0,"-3"85"0,-10-93 0,2-25 0,5-16 0,-2 65 0,6-82 0,-5 29 0,1-12 0,0 1 0,2-19 0,0 31 0,3-31 0,0 7 0,0-18 0,0-10 0,1-7 0,1 1 0,0-1 0,1 1 0,0-1 0,0 1 0,1 0 0,0 0 0,11-16 0,6-17 0,-16 33 0,-1 0 0,1 0 0,1 1 0,-1 0 0,12-12 0,33-50 0,-13 25 0,-23 27 0,30-29 0,69-72-412,-6 5 25,-18 44 387,-17 13 0,127-97-778,-5 5 29,-64 49-1103,-46 38 1801,129-93 51,-105 79 0,278-169 0,-276 180 0,148-86-499,-210 127 2283,-28 15-312,29-19 0,-33 19-2837,-9 7-5461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54.806"/>
    </inkml:context>
    <inkml:brush xml:id="br0">
      <inkml:brushProperty name="width" value="0.035" units="cm"/>
      <inkml:brushProperty name="height" value="0.035" units="cm"/>
      <inkml:brushProperty name="color" value="#E71224"/>
    </inkml:brush>
  </inkml:definitions>
  <inkml:trace contextRef="#ctx0" brushRef="#br0">0 94 24575,'35'-10'0,"80"-16"0,-82 21 0,27-1 0,44-5 0,70 0 0,-70-1 0,-1 0 0,-80 12-1365,-13 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55.504"/>
    </inkml:context>
    <inkml:brush xml:id="br0">
      <inkml:brushProperty name="width" value="0.035" units="cm"/>
      <inkml:brushProperty name="height" value="0.035" units="cm"/>
      <inkml:brushProperty name="color" value="#E71224"/>
    </inkml:brush>
  </inkml:definitions>
  <inkml:trace contextRef="#ctx0" brushRef="#br0">4329 0 24575,'-3'1'0,"0"1"0,0-1 0,1 1 0,-1-1 0,0 1 0,1 0 0,-3 2 0,-3 3 0,-96 71 0,85-66 0,-71 50 0,43-27-1054,-103 58-1,-25 20-330,87-54 885,-223 117-463,260-149-515,-262 118-674,-8-20 740,-48 7 1098,-7-25 340,93-39-25,-213 43-131,456-104-87,-122 20 410,-166 7 1,290-32 152,-318 7 3355,304-8 406,-54-3-2015,105 2-2123,0 0 0,0 0 0,0 0 0,0 0 0,0 0 0,0 0 0,0-1 0,1 1 0,-1 0 0,0-1 0,0 1 0,0-1 0,1 1 0,-1-1 0,0 1 0,0-1 0,1 1 0,-1-1 0,1 0 0,-1 1 0,0-1 0,1 0 0,-1 1 0,1-1 0,-1 0-1,1 0 1,0 0 0,-1 1 0,1-1 0,0 0 0,0 0 0,-1 0 0,1 0 0,0 0 0,0 0 0,0 0 0,0 1 0,0-1 0,0 0 0,1 0 0,-1 0 0,0 0 0,1-1 0,1-5-6795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04:55.990"/>
    </inkml:context>
    <inkml:brush xml:id="br0">
      <inkml:brushProperty name="width" value="0.035" units="cm"/>
      <inkml:brushProperty name="height" value="0.035" units="cm"/>
      <inkml:brushProperty name="color" value="#E71224"/>
    </inkml:brush>
  </inkml:definitions>
  <inkml:trace contextRef="#ctx0" brushRef="#br0">0 0 24575,'1'3'0,"-1"0"0,1 1 0,0-1 0,-1 0 0,1 0 0,0 0 0,1 0 0,-1-1 0,1 1 0,-1 0 0,1-1 0,2 4 0,29 31 0,-19-22 0,3 1 0,30 24 0,12 13 0,-14-12-554,1-1 0,94 60 0,-6-4-47,105 78-621,-59-44 428,36 9-665,-72-50 685,112 64 774,-78-50 0,197 88-991,-267-141 1103,57 35 5,87 37 1331,-207-105-1438,63 17 5774,-80-25-7117,-21-7-5493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5T21:10:38.429"/>
    </inkml:context>
    <inkml:brush xml:id="br0">
      <inkml:brushProperty name="width" value="0.035" units="cm"/>
      <inkml:brushProperty name="height" value="0.035" units="cm"/>
      <inkml:brushProperty name="color" value="#E71224"/>
    </inkml:brush>
  </inkml:definitions>
  <inkml:trace contextRef="#ctx0" brushRef="#br0">154 0 24575,'24'1'0,"48"7"0,-32-2 0,1-1 0,42-1 0,45 6 0,-119-8 0,48 8-300,-35-6 143,36 4 1,102 2-714,148 4-1467,-63-3 2337,-4 1 0,219-1-1159,-17 0 6138,-434-11-4979,0 1 0,-20 3 0,-7 0 0,0-1 0,-1-1 0,1-1 0,-1 0 0,-30-4 0,-3 2 0,-12 0 0,-68 2 0,81 4 0,-45 2 0,-1212-8 0,1299 1 0,1-1 0,-1-1 0,1 1 0,-12-5 0,19 3 0,8 0 0,6-1 0,83-8 0,6 1 0,118-13 0,10-2 0,-190 21 0,23-1 0,-1042 5 0,535 2 0,1660-1-1365,-1206 0-5461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5:29.663"/>
    </inkml:context>
    <inkml:brush xml:id="br0">
      <inkml:brushProperty name="width" value="0.035" units="cm"/>
      <inkml:brushProperty name="height" value="0.035" units="cm"/>
      <inkml:brushProperty name="color" value="#E71224"/>
    </inkml:brush>
  </inkml:definitions>
  <inkml:trace contextRef="#ctx0" brushRef="#br0">1 25 24575,'12'0'0,"1"-2"0,-1 1 0,17-6 0,28-3 0,-38 8 0,1 1 0,-1 0 0,1 1 0,23 3 0,-38-3 0,-1 1 0,1 0 0,0 0 0,-1 1 0,1-1 0,-1 1 0,0 0 0,0 0 0,0 0 0,0 1 0,0-1 0,0 1 0,0 0 0,-1 0 0,1 0 0,-1 1 0,0-1 0,5 8 0,-6-8 0,0 0 0,-1 0 0,1 1 0,-1-1 0,1 1 0,-1-1 0,0 1 0,0-1 0,-1 1 0,1 5 0,-1-7 0,0-1 0,0 1 0,-1-1 0,1 0 0,-1 1 0,1-1 0,-1 0 0,1 1 0,-1-1 0,0 0 0,0 0 0,0 0 0,1 0 0,-1 1 0,0-1 0,-1 0 0,1-1 0,0 1 0,0 0 0,0 0 0,0 0 0,-1-1 0,1 1 0,0 0 0,-1-1 0,1 0 0,0 1 0,-1-1 0,1 0 0,-2 1 0,-6 1 0,0 0 0,1 0 0,-1 1 0,1 1 0,0 0 0,0 0 0,0 0 0,0 1 0,1 0 0,0 0 0,0 1 0,-7 7 0,9-8 0,-1-1 0,0 1 0,0-1 0,0 0 0,-9 4 0,-15 10 0,29-18 0,1 0 0,0 0 0,-1 0 0,1 0 0,0 0 0,0 1 0,-1-1 0,1 0 0,0 0 0,0 0 0,-1 1 0,1-1 0,0 0 0,0 0 0,-1 0 0,1 1 0,0-1 0,0 0 0,0 0 0,0 1 0,0-1 0,-1 0 0,1 1 0,0-1 0,0 0 0,0 1 0,0-1 0,0 0 0,0 0 0,0 1 0,0-1 0,0 0 0,0 1 0,0-1 0,0 0 0,0 1 0,0-1 0,0 0 0,1 0 0,-1 1 0,0-1 0,0 0 0,0 1 0,0-1 0,1 0 0,17 7 0,23-4 0,-3-3 0,-14-1 0,1 1 0,-1 1 0,0 1 0,0 2 0,0 0 0,40 13 0,-52-12 0,1 0 0,-1 1 0,-1 0 0,1 1 0,-1 0 0,11 9 0,-16-11 0,-1 1 0,1 0 0,-1 0 0,0 0 0,0 1 0,-1-1 0,0 1 0,0 0 0,-1 0 0,0 1 0,3 8 0,13 28 0,-16-40 0,0 0 0,-1 1 0,0-1 0,0 1 0,0 0 0,-1-1 0,1 1 0,-1 0 0,0 0 0,-1 0 0,1 0 0,-1 0 0,0 0 0,0 0 0,0 0 0,-3 9 0,2-9 0,-1-1 0,0 1 0,0-1 0,-1 0 0,1 0 0,-1 0 0,0 0 0,0 0 0,0 0 0,0-1 0,-1 1 0,1-1 0,-1 0 0,0 0 0,0-1 0,0 1 0,-6 2 0,-8 3 0,-2 0 0,-35 10 0,13-5 0,23-8 0,0-1 0,0-1 0,0 0 0,0-1 0,0-2 0,-29-1 0,-43 2 0,58 7-1365,20-3-5461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5:43.020"/>
    </inkml:context>
    <inkml:brush xml:id="br0">
      <inkml:brushProperty name="width" value="0.035" units="cm"/>
      <inkml:brushProperty name="height" value="0.035" units="cm"/>
      <inkml:brushProperty name="color" value="#E71224"/>
    </inkml:brush>
  </inkml:definitions>
  <inkml:trace contextRef="#ctx0" brushRef="#br0">62 0 24575,'-1'11'0,"0"0"0,-1-1 0,0 1 0,0-1 0,-2 0 0,-4 13 0,3-12 0,1 1 0,1-1 0,0 1 0,-3 23 0,4-5 0,2-8 0,-2 1 0,-7 34 0,7-48 0,0 0 0,1 0 0,0 0 0,0 10 0,1-18 0,0 0 0,0 0 0,0 0 0,0 1 0,0-1 0,0 0 0,0 0 0,0 0 0,1 1 0,-1-1 0,0 0 0,1 0 0,-1 0 0,1 0 0,-1 0 0,1 0 0,0 0 0,0 0 0,-1 0 0,1 0 0,0 0 0,0 0 0,0 0 0,0 0 0,0-1 0,0 1 0,0 0 0,0-1 0,0 1 0,0-1 0,0 1 0,0-1 0,0 0 0,1 1 0,-1-1 0,0 0 0,0 0 0,0 0 0,1 0 0,1 0 0,21-4-61,-1-1 0,0-2 0,-1 0 0,0-1 0,22-12 0,-15 7-938,-16 8-5827</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5:44.114"/>
    </inkml:context>
    <inkml:brush xml:id="br0">
      <inkml:brushProperty name="width" value="0.035" units="cm"/>
      <inkml:brushProperty name="height" value="0.035" units="cm"/>
      <inkml:brushProperty name="color" value="#E71224"/>
    </inkml:brush>
  </inkml:definitions>
  <inkml:trace contextRef="#ctx0" brushRef="#br0">43 0 24575,'0'291'0,"0"-276"0,-2 1 0,-6 27 0,4-27 0,1 1 0,-1 20 0,2-19 0,-7 35 0,6-35 0,0 0 0,-1 20 0,3 205 88,2-115-1541,-1-110-5373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15.541"/>
    </inkml:context>
    <inkml:brush xml:id="br0">
      <inkml:brushProperty name="width" value="0.035" units="cm"/>
      <inkml:brushProperty name="height" value="0.035" units="cm"/>
      <inkml:brushProperty name="color" value="#E71224"/>
    </inkml:brush>
  </inkml:definitions>
  <inkml:trace contextRef="#ctx0" brushRef="#br0">1175 1797 24575,'-4'-1'0,"0"-1"0,1 0 0,-1 0 0,0 0 0,1 0 0,-1 0 0,1-1 0,0 0 0,0 0 0,0 1 0,0-2 0,-4-4 0,-1-1 0,-18-18 0,15 15 0,-1 0 0,-1 0 0,-22-16 0,28 23 0,1 0 0,0 0 0,1-1 0,-1 0 0,-6-9 0,7 8 0,0 1 0,-1 0 0,0 0 0,0 1 0,-7-6 0,7 6 0,1 0 0,0 0 0,0 0 0,0-1 0,0 0 0,1 0 0,0 0 0,0 0 0,1-1 0,0 0 0,0 1 0,1-1 0,-4-14 0,4 13 0,-1 0 0,0 0 0,0 0 0,-1 0 0,0 1 0,0-1 0,0 1 0,-1 0 0,-9-9 0,7 6 0,0 1 0,0-1 0,1 0 0,0 0 0,1-1 0,0 0 0,0 0 0,-5-22 0,-10-22 0,13 39 0,5 10 0,-1 1 0,1-1 0,-1 1 0,0-1 0,0 1 0,-1 0 0,1 0 0,-1 1 0,-1-1 0,-3-3 0,2 2 0,1-1 0,0 0 0,0 1 0,1-1 0,0-1 0,0 1 0,1-1 0,0 1 0,0-1 0,0 0 0,-1-10 0,1 5 0,-2-1 0,-8-20 0,-91-151 0,34 69 0,57 96 0,1-1 0,1 0 0,-16-41 0,22 50 0,-1 0 0,-1 1 0,0-1 0,0 1 0,-1 1 0,-1-1 0,0 1 0,0 1 0,-12-10 0,16 14 0,0-1 0,1 0 0,0 1 0,0-2 0,1 1 0,-5-12 0,5 10 0,-1 1 0,0-1 0,0 1 0,-10-13 0,-10-9 0,1 0 0,2-2 0,-20-40 0,39 69 0,-4-10 0,0 1 0,-1 0 0,0 0 0,-1 1 0,0 0 0,-18-18 0,18 22-151,0-1-1,0 0 0,1-1 0,0 1 1,1-1-1,0-1 0,0 1 1,-4-10-1,4 5-6674</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16.299"/>
    </inkml:context>
    <inkml:brush xml:id="br0">
      <inkml:brushProperty name="width" value="0.035" units="cm"/>
      <inkml:brushProperty name="height" value="0.035" units="cm"/>
      <inkml:brushProperty name="color" value="#E71224"/>
    </inkml:brush>
  </inkml:definitions>
  <inkml:trace contextRef="#ctx0" brushRef="#br0">1 0 24575,'0'18'0,"1"0"0,0 0 0,2 0 0,0 0 0,1 0 0,13 32 0,-9-23 0,7 30 0,-12-43 0,7 59 0,0-1 0,-6-50-341,-2 0 0,0 0-1,-1 27 1,-2-31-6485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16.964"/>
    </inkml:context>
    <inkml:brush xml:id="br0">
      <inkml:brushProperty name="width" value="0.035" units="cm"/>
      <inkml:brushProperty name="height" value="0.035" units="cm"/>
      <inkml:brushProperty name="color" value="#E71224"/>
    </inkml:brush>
  </inkml:definitions>
  <inkml:trace contextRef="#ctx0" brushRef="#br0">1 1 24575,'16'0'0,"1"0"0,0 0 0,0 2 0,0 0 0,-1 1 0,1 1 0,-1 0 0,18 8 0,-20-6 0,-1 0 0,1 0 0,1-2 0,-1 0 0,1-1 0,22 3 0,21 4 134,-11-2-1633,-31-6-5327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23.919"/>
    </inkml:context>
    <inkml:brush xml:id="br0">
      <inkml:brushProperty name="width" value="0.035" units="cm"/>
      <inkml:brushProperty name="height" value="0.035" units="cm"/>
      <inkml:brushProperty name="color" value="#E71224"/>
    </inkml:brush>
  </inkml:definitions>
  <inkml:trace contextRef="#ctx0" brushRef="#br0">1 536 24575,'4'0'0,"5"0"0,0 0 0,-1 0 0,1 1 0,14 3 0,-21-3 0,0 0 0,0 0 0,0-1 0,0 1 0,0 1 0,1-1 0,-2 0 0,1 0 0,0 1 0,0-1 0,0 1 0,-1 0 0,1-1 0,-1 1 0,1 0 0,-1 0 0,0 0 0,0 0 0,1 0 0,-2 0 0,1 0 0,1 3 0,0 2 0,0 0 0,0 0 0,1-1 0,0 1 0,7 9 0,-8-13 0,0-1 0,0 0 0,0 1 0,0-1 0,0 0 0,1 0 0,-1-1 0,1 1 0,-1 0 0,1-1 0,0 0 0,0 1 0,0-1 0,0 0 0,-1 0 0,5 0 0,21 4 0,1 1 0,0-1 0,48 2 0,-54-7 0,0 0 0,0 2 0,41 8 0,-32-5 0,1-1 0,0-1 0,1-2 0,39-4 0,3 1 0,419 2 0,-482-1 0,-1 0 0,1-1 0,16-4 0,28-5 0,-34 9 0,31-8 0,-7 1 0,56-11 0,0-1 0,1 1 0,-55 11 0,-20 4 0,58-3 0,7 10 0,80-4 0,-118-8 0,-42 7 0,1 0 0,24-2 0,-23 5 0,9 0 0,-1-2 0,43-7 0,-43 5 0,1 1 0,-1 1 0,45 3 0,28-2 0,-41-9 0,-41 7 0,0 0 0,23-1 0,-7 3 0,-8 1 0,1-1 0,-1-1 0,30-7 0,-34 6 0,0 0 0,36 0 0,-34 2 0,42-5 0,-7-2 0,1 3 0,-1 2 0,66 5 0,-20 0 0,455-2 0,-541 1 0,0 1 0,26 5 0,-24-3 0,-1-1 0,18 0 0,208-2 0,-114-2 0,-113 2 0,-1 0 0,28 8 0,-26-6 0,-1 0 0,21 1 0,25-3 0,-36-2 0,0 1 0,1 2 0,48 9 0,-43-6 0,0-1 0,1-1 0,-1-2 0,44-4 0,0 1 0,-52 3 0,45 8 0,-44-4 0,42 1 0,22-8 0,70 4 0,-104 8 0,-40-7 0,0 0 0,24 2 0,-9-5 0,-6 0 0,-1 1 0,0 1 0,30 7 0,-20-4 0,0-1 0,0-1 0,0-2 0,40-4 0,3 1 0,-52 2 0,0 1 0,0 1 0,36 7 0,-43-6 0,0-1 0,30 1 0,-31-3 0,-1 0 0,1 2 0,25 5 0,-9-1 0,1-1 0,-1-2 0,1-1 0,60-4 0,-18 0 0,-17 1 0,69 3 0,-71 7 0,-40-5 0,0-1 0,20 0 0,-24-2 0,12-1 0,0 1 0,0 2 0,24 5 0,-14-3 0,-1-1 0,1-1 0,-1-2 0,39-4 0,3 1 0,772 2 0,-843 0 0,-1 0 0,1 0 0,-1 0 0,0-1 0,1 1 0,-1-1 0,0 0 0,1 0 0,-1 0 0,0-1 0,0 1 0,0-1 0,0 0 0,3-1 0,-2-1 0,0-1 0,0 1 0,0-1 0,-1 1 0,1-1 0,-1 0 0,3-8 0,0 4 0,0-1 0,1 1 0,13-13 0,5-9 0,-20 23 0,0-1 0,0 1 0,-1-1 0,0 0 0,-1 0 0,0-1 0,0 1 0,-1 0 0,0-1 0,0-11 0,0-15 0,-4-52 0,0 29 0,2-167-1365,0 208-5461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29.019"/>
    </inkml:context>
    <inkml:brush xml:id="br0">
      <inkml:brushProperty name="width" value="0.035" units="cm"/>
      <inkml:brushProperty name="height" value="0.035" units="cm"/>
      <inkml:brushProperty name="color" value="#E71224"/>
    </inkml:brush>
  </inkml:definitions>
  <inkml:trace contextRef="#ctx0" brushRef="#br0">4569 1158 24575,'0'-4'0,"0"-1"0,0 0 0,-1 1 0,1-1 0,-1 0 0,0 1 0,0-1 0,-1 1 0,1 0 0,-1-1 0,0 1 0,-1 0 0,1 0 0,-1 0 0,1 0 0,-1 0 0,0 1 0,0-1 0,-1 1 0,1 0 0,-8-5 0,-1-1 0,1-1 0,0 0 0,1-1 0,-12-16 0,-14-13 0,25 28 0,-17-25 0,22 28 0,-1 0 0,1 0 0,-1 1 0,-1 0 0,1 1 0,-1 0 0,-10-7 0,9 7 0,0 0 0,1-1 0,0 0 0,0 0 0,-11-16 0,12 15 0,0 0 0,-1 1 0,1 0 0,-2 0 0,-16-12 0,16 13 0,0-1 0,0 0 0,1 0 0,0 0 0,-10-15 0,-11-11 0,-39-43 0,43 59 0,2 2 0,11 5 0,-1 2 0,0-1 0,-21-10 0,25 16 0,0-1 0,0 0 0,1 0 0,0-1 0,0 0 0,1 0 0,0-1 0,0 0 0,0 0 0,1-1 0,-10-14 0,13 18 0,0-1 0,-1 1 0,0 0 0,0 0 0,0 0 0,-1 0 0,1 1 0,-1 0 0,0 0 0,0 0 0,0 1 0,0-1 0,0 1 0,-10-2 0,8 2 0,0-1 0,0 0 0,0 0 0,0-1 0,1 0 0,-1 0 0,-8-8 0,5 4 0,0 0 0,-1 0 0,0 1 0,0 0 0,-12-5 0,-16-9 0,34 18 0,-11-7 0,-24-19 0,34 24 0,0 1 0,0 0 0,-1 0 0,1 0 0,-1 1 0,0 0 0,-10-2 0,-54-10 0,31 8 0,21 4 0,1 1 0,-35 1 0,37 1 0,0 0 0,0-1 0,0-1 0,-21-5 0,10 2 0,1 1 0,-1 1 0,0 1 0,0 1 0,-31 4 0,17-1 0,-44-5 0,30-7 0,40 7 0,0 0 0,-24-2 0,-23 5 0,35 1 0,-1-2 0,0 0 0,-42-9 0,54 7 0,0 1 0,-23-1 0,24 3 0,0-1 0,1-1 0,-19-4 0,14 2 0,0 1 0,0 1 0,-38 0 0,-2 0 0,2-8 0,42 6 0,-1 1 0,-21-1 0,-330 3 0,177 3 0,174-1 0,0 2 0,1 0 0,0 1 0,0 0 0,0 1 0,0 1 0,-18 10 0,1-2 0,-64 27 0,85-36 0,0 1 0,0 1 0,1 0 0,-1 0 0,-12 14 0,-25 16 0,9-10 0,25-17 0,-1 0 0,1-1 0,-31 14 0,39-20 0,1 0 0,-1 0 0,0 0 0,-5 6 0,-18 9 0,18-12 0,0 1 0,-16 11 0,18-11 0,0-1 0,0 0 0,-17 8 0,17-10 0,1 0 0,0 1 0,0 0 0,-7 7 0,8-7 0,0 1 0,0-2 0,0 1 0,-1-1 0,-11 5 0,4-3 0,-1 1 0,1 1 0,0 1 0,1 0 0,0 1 0,0 0 0,1 1 0,-18 19 0,27-26 0,-1 0 0,0 0 0,0 0 0,-1-1 0,1 0 0,-10 4 0,10-5 0,0 0 0,0 0 0,1 1 0,-1 0 0,1 0 0,0 0 0,0 0 0,0 1 0,0-1 0,-5 7 0,4-2 0,-1 0 0,0-1 0,0 0 0,-1 0 0,0-1 0,0 0 0,0 0 0,-1-1 0,0 1 0,-14 5 0,15-6 0,-1 1 0,1-1 0,0 1 0,0 1 0,1-1 0,-1 1 0,-8 13 0,-12 12 0,18-24 0,0 0 0,-17 10 0,19-13 0,0 0 0,0 0 0,1 0 0,-1 0 0,1 1 0,1 0 0,-7 8 0,7-6 13,-1-1 0,0-1 0,0 1-1,-1-1 1,1 0 0,-1 0 0,-11 6 0,-56 28-1017,65-35 540,-3 1-6362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30.647"/>
    </inkml:context>
    <inkml:brush xml:id="br0">
      <inkml:brushProperty name="width" value="0.035" units="cm"/>
      <inkml:brushProperty name="height" value="0.035" units="cm"/>
      <inkml:brushProperty name="color" value="#E71224"/>
    </inkml:brush>
  </inkml:definitions>
  <inkml:trace contextRef="#ctx0" brushRef="#br0">347 0 24575,'-28'10'0,"13"-3"0,7-4 0,-1 1 0,1 0 0,0 0 0,1 1 0,-1 0 0,-13 11 0,-37 43 0,26-26 0,23-23 0,0 1 0,-9 15 0,10-14 0,0 0 0,-12 11 0,11-11 0,0 0 0,1 0 0,0 1 0,1 0 0,0 0 0,1 1 0,1-1 0,-5 21 0,9-32 0,0 0 0,1 0 0,0 0 0,-1 0 0,1 0 0,0 0 0,0 0 0,0 0 0,0 0 0,0 0 0,0 0 0,1-1 0,-1 1 0,0 0 0,2 3 0,-1-4 0,-1-1 0,1 1 0,0 0 0,-1-1 0,1 1 0,0-1 0,0 1 0,0-1 0,-1 1 0,1-1 0,0 0 0,0 1 0,0-1 0,0 0 0,0 0 0,0 0 0,0 1 0,-1-1 0,1 0 0,0 0 0,0 0 0,0 0 0,0-1 0,0 1 0,0 0 0,0 0 0,0-1 0,0 1 0,-1 0 0,1-1 0,0 1 0,0-1 0,0 1 0,1-1 0,10-4 0,1 0 0,1 1 0,-1 1 0,0 0 0,1 1 0,25 0 0,-11 0 0,-5-2 0,-1-1 0,-1 0 0,1-1 0,23-11 0,13-4 0,22-2 0,-50 16-88,-12 3-338,1 0 1,36-2-1,-37 5-6400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33.973"/>
    </inkml:context>
    <inkml:brush xml:id="br0">
      <inkml:brushProperty name="width" value="0.035" units="cm"/>
      <inkml:brushProperty name="height" value="0.035" units="cm"/>
      <inkml:brushProperty name="color" value="#E71224"/>
    </inkml:brush>
  </inkml:definitions>
  <inkml:trace contextRef="#ctx0" brushRef="#br0">50 311 24575,'-2'-31'0,"-10"-59"0,4 46 0,6 34 0,-1-1 0,0 0 0,-7-16 0,2 9 0,8 17 0,0 0 0,-1 1 0,1-1 0,0 0 0,0 0 0,0 0 0,0 1 0,0-1 0,0 0 0,0 0 0,0 0 0,0 0 0,0 1 0,0-1 0,0 0 0,1 0 0,-1 1 0,0-1 0,1 0 0,-1 0 0,0 1 0,1-1 0,-1 0 0,2 0 0,0-1 0,-1 0 0,1 1 0,0-1 0,0 1 0,0 0 0,1 0 0,-1-1 0,4 0 0,6-2 0,-1 1 0,21-2 0,-25 4 0,8-2 0,28-4 0,87-4 0,-113 11 0,-9-1 0,-1 1 0,0 0 0,1 1 0,-1-1 0,10 4 0,-15-4 0,0 1 0,-1 0 0,1-1 0,0 1 0,0 0 0,-1 0 0,1 0 0,-1 1 0,1-1 0,-1 0 0,1 0 0,-1 1 0,0-1 0,1 1 0,-1-1 0,0 1 0,0 0 0,0 0 0,0-1 0,-1 1 0,1 0 0,0 0 0,-1 0 0,1-1 0,-1 4 0,3 18 0,-2 0 0,-1 1 0,0-1 0,-5 28 0,-6 3 0,8-39 0,0 0 0,-2 26 0,5 29 0,1-41 0,-1 0 0,-2 1 0,-8 48 0,-12 66 0,19-121-211,0 0-1,1 0 1,2 34-1,0-48-307,0 9-6307</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6:34.806"/>
    </inkml:context>
    <inkml:brush xml:id="br0">
      <inkml:brushProperty name="width" value="0.035" units="cm"/>
      <inkml:brushProperty name="height" value="0.035" units="cm"/>
      <inkml:brushProperty name="color" value="#E71224"/>
    </inkml:brush>
  </inkml:definitions>
  <inkml:trace contextRef="#ctx0" brushRef="#br0">1 112 24575,'8'-1'0,"0"0"0,0 0 0,1-1 0,11-5 0,8 0 0,140-35 0,-66 20 0,-88 20-341,0-1 0,-1 0-1,27-11 1,-29 8-6485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19.688"/>
    </inkml:context>
    <inkml:brush xml:id="br0">
      <inkml:brushProperty name="width" value="0.035" units="cm"/>
      <inkml:brushProperty name="height" value="0.035" units="cm"/>
      <inkml:brushProperty name="color" value="#E71224"/>
    </inkml:brush>
  </inkml:definitions>
  <inkml:trace contextRef="#ctx0" brushRef="#br0">0 1 24575,'2'7'0,"0"-1"0,0 1 0,0 0 0,1-1 0,0 0 0,0 1 0,1-1 0,6 9 0,-1-1 0,24 37 0,13 25 0,1 32-191,-34-73-645,36 66 0,-38-82 802,-2 1 1,0 0 0,7 30-1,-7-24 47,15 34 0,75 131-1048,-90-171 1027,9 27-1,-13-31 110,1-1 1,1 0-1,14 25 1,-9-22 929,23 27 0,-31-40-956,-1 1 1,1-1-1,-1 1 0,0 0 0,0 0 0,-1 0 0,3 11 1,-3-10-82,0-1 0,0 0 0,1 0 0,-1 0 1,1 0-1,1 0 0,4 5 0,15 20-1359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20.631"/>
    </inkml:context>
    <inkml:brush xml:id="br0">
      <inkml:brushProperty name="width" value="0.035" units="cm"/>
      <inkml:brushProperty name="height" value="0.035" units="cm"/>
      <inkml:brushProperty name="color" value="#E71224"/>
    </inkml:brush>
  </inkml:definitions>
  <inkml:trace contextRef="#ctx0" brushRef="#br0">0 514 24575,'2'1'0,"-1"-1"0,0 1 0,1 0 0,-1-1 0,0 1 0,0 0 0,0 0 0,0 0 0,1 0 0,-1 0 0,0 0 0,-1 0 0,1 0 0,2 2 0,10 11 0,20 8 0,10 6 0,-40-26 0,0-1 0,0 1 0,0 1 0,0-1 0,-1 0 0,1 1 0,-1-1 0,1 1 0,-1 0 0,2 4 0,-2-4 0,0 0 0,0-1 0,0 1 0,0-1 0,1 1 0,-1-1 0,0 0 0,1 0 0,0 0 0,-1 0 0,6 3 0,10 3 0,0 2 0,-1 0 0,24 19 0,-18-13 0,24 14 0,-39-26 0,0 0 0,0-1 0,1 1 0,0-2 0,-1 1 0,1-1 0,11 1 0,-14-3 0,0 1 0,0 0 0,0 0 0,0 1 0,0 0 0,0 0 0,0 0 0,0 0 0,-1 1 0,1 0 0,-1 0 0,0 1 0,7 6 0,-11-10 0,-1 0 0,0 1 0,0-1 0,1 0 0,-1 1 0,0-1 0,0 0 0,1 0 0,-1 1 0,0-1 0,1 0 0,-1 0 0,0 0 0,1 1 0,-1-1 0,0 0 0,1 0 0,-1 0 0,0 0 0,1 0 0,-1 0 0,0 0 0,1 0 0,-1 0 0,1 0 0,-1 0 0,0 0 0,1 0 0,-1 0 0,0 0 0,1 0 0,-1 0 0,0 0 0,1-1 0,-1 1 0,0 0 0,1 0 0,-1 0 0,0-1 0,1 1 0,-1 0 0,0 0 0,0-1 0,1 1 0,-1 0 0,0-1 0,0 1 0,1 0 0,-1 0 0,0-1 0,0 1 0,0-1 0,0 1 0,0 0 0,0-1 0,0 1 0,1 0 0,-1-1 0,0 1 0,0 0 0,0-1 0,0 1 0,-1-1 0,3-33 0,-3 24 0,10-50 0,-5 40 0,1-30 0,-4-360 80,-2 200-1525,1 193-5381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45.782"/>
    </inkml:context>
    <inkml:brush xml:id="br0">
      <inkml:brushProperty name="width" value="0.035" units="cm"/>
      <inkml:brushProperty name="height" value="0.035" units="cm"/>
      <inkml:brushProperty name="color" value="#E71224"/>
    </inkml:brush>
  </inkml:definitions>
  <inkml:trace contextRef="#ctx0" brushRef="#br0">0 1 24575,'67'-1'0,"73"3"0,-84 8 0,-41-6 0,0-1 0,23 1 0,288-3 0,-156-3 0,-154 3 0,0 1 0,26 6 0,-24-5 0,-1 0 0,18 1 0,443-3 0,-232-3 0,83 2-1365,-311 0-5461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46.763"/>
    </inkml:context>
    <inkml:brush xml:id="br0">
      <inkml:brushProperty name="width" value="0.035" units="cm"/>
      <inkml:brushProperty name="height" value="0.035" units="cm"/>
      <inkml:brushProperty name="color" value="#E71224"/>
    </inkml:brush>
  </inkml:definitions>
  <inkml:trace contextRef="#ctx0" brushRef="#br0">0 23 24575,'1298'0'-2356,"-1174"-10"2356,-11-1 0,523 10-607,-307 2 739,513-1 3009,422 0-4816,-1247 0-5151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48.511"/>
    </inkml:context>
    <inkml:brush xml:id="br0">
      <inkml:brushProperty name="width" value="0.035" units="cm"/>
      <inkml:brushProperty name="height" value="0.035" units="cm"/>
      <inkml:brushProperty name="color" value="#E71224"/>
    </inkml:brush>
  </inkml:definitions>
  <inkml:trace contextRef="#ctx0" brushRef="#br0">1 147 24575,'806'0'0,"-786"-1"0,1-1 0,24-5 0,-23 2 0,36-1 0,170 5 0,-105 2 0,-108-2 0,0 0 0,29-7 0,-28 4 0,1 1 0,20-1 0,6 3 0,-18 1 0,1-1 0,-1-1 0,30-6 0,-10-2 0,87-9 0,-106 18 0,0-1 0,34-8 0,-34 5 0,45-2 0,9-1 0,-28 2 0,0 2 0,85 5 0,-47 0 0,-3 1 0,94-4 0,-126-8 0,-40 6 0,0 1 0,24-1 0,410 3 0,-216 2 0,-174-2 0,67 3 0,-76 8 0,4 0 0,12 0 0,-46-6 0,38 3 0,-37-6 66,37 8 1,8 1-1565,-50-9-5328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8:49.594"/>
    </inkml:context>
    <inkml:brush xml:id="br0">
      <inkml:brushProperty name="width" value="0.035" units="cm"/>
      <inkml:brushProperty name="height" value="0.035" units="cm"/>
      <inkml:brushProperty name="color" value="#E71224"/>
    </inkml:brush>
  </inkml:definitions>
  <inkml:trace contextRef="#ctx0" brushRef="#br0">0 106 24575,'29'1'0,"0"-1"0,0 0 0,0-2 0,50-9 0,-50 6-95,1 1 0,-1 2 0,1 0-1,30 4 1,-25-1-33,-1-1 0,52-7 0,-8-2-835,1 3-1,113 7 1,-78 0 430,137-13-1080,27 6 799,-53 4 457,-124-8 614,36-2 467,-103 11-618,37-8 0,28-1-122,462 9 6145,-272 2-6368,103-1-1126,-375 0-5461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16.118"/>
    </inkml:context>
    <inkml:brush xml:id="br0">
      <inkml:brushProperty name="width" value="0.035" units="cm"/>
      <inkml:brushProperty name="height" value="0.035" units="cm"/>
      <inkml:brushProperty name="color" value="#E71224"/>
    </inkml:brush>
  </inkml:definitions>
  <inkml:trace contextRef="#ctx0" brushRef="#br0">1 0 24575,'0'9'0,"0"0"0,1 0 0,0 0 0,1 0 0,0 0 0,0-1 0,1 1 0,0 0 0,1-1 0,-1 0 0,2 0 0,8 13 0,4 9 0,-1 0 0,18 51 0,-9-22 0,-11-16 0,-13-36 0,1-1 0,0 1 0,1 0 0,-1-1 0,1 0 0,0 1 0,1-1 0,-1 0 0,9 9 0,-7-9 0,1 1 0,-1 0 0,-1 1 0,1-1 0,-1 1 0,-1 0 0,1 0 0,-1 1 0,-1-1 0,0 0 0,0 1 0,1 14 0,2 3 0,0 0 0,1-1 0,2 0 0,15 33 0,-9-24 0,-2 1 0,16 69 0,-6-1 0,-18-77 0,1 1 0,0 0 0,2-1 0,20 47 0,-20-61-21,-3-3 121,-12-12-1544,-1-1-5382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16.676"/>
    </inkml:context>
    <inkml:brush xml:id="br0">
      <inkml:brushProperty name="width" value="0.035" units="cm"/>
      <inkml:brushProperty name="height" value="0.035" units="cm"/>
      <inkml:brushProperty name="color" value="#E71224"/>
    </inkml:brush>
  </inkml:definitions>
  <inkml:trace contextRef="#ctx0" brushRef="#br0">0 1 24575,'44'15'0,"-34"-13"0,-3-1 0,-1 0 0,1 0 0,-1 1 0,1 0 0,-1 0 0,0 0 0,0 1 0,0 0 0,7 5 0,27 12 0,-34-18 0,1 1 0,-1 0 0,0 0 0,0 1 0,0 0 0,10 8 0,-10-7 0,-1-1 0,1 0 0,0 0 0,0 0 0,0-1 0,11 5 0,-10-6 0,-1 1 0,0 0 0,1 1 0,-2-1 0,1 1 0,8 7 0,9 10 0,1-1 0,1-1 0,33 19 0,-3-13 0,-45-21 0,-1 0 0,1 0 0,-1 1 0,0 1 0,0-1 0,15 13 0,-16-10 0,1 0 0,1-1 0,-1-1 0,1 0 0,0 0 0,0-1 0,0 0 0,1-1 0,0 0 0,12 3 0,10 8 0,-29-13 0,1 0 0,-1 1 0,1-1 0,-1-1 0,1 1 0,0-1 0,-1 0 0,7 1 0,-10-2 0,1 0 0,0-1 0,-1 1 0,1 0 0,-1-1 0,1 0 0,-1 1 0,1-1 0,-1 0 0,1 0 0,-1 0 0,0 0 0,1 0 0,-1 0 0,0 0 0,0 0 0,0 0 0,0-1 0,0 1 0,0 0 0,0-1 0,0 1 0,0-1 0,-1 1 0,1-1 0,-1 1 0,1-1 0,-1 0 0,1-2 0,2-6 0,-1-2 0,0 1 0,0-17 0,-1 19 0,-1 0 0,1 0 0,1 1 0,0-1 0,0 0 0,0 1 0,6-11 0,21-55-1365,-24 62-5461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17.500"/>
    </inkml:context>
    <inkml:brush xml:id="br0">
      <inkml:brushProperty name="width" value="0.035" units="cm"/>
      <inkml:brushProperty name="height" value="0.035" units="cm"/>
      <inkml:brushProperty name="color" value="#E71224"/>
    </inkml:brush>
  </inkml:definitions>
  <inkml:trace contextRef="#ctx0" brushRef="#br0">24 0 24575,'-8'24'0,"0"-4"0,4 12 0,2-1 0,0 1 0,6 57 0,6-34 0,-7-39 0,0 0 0,1 21 0,-1-11 0,0 0 0,2-1 0,1 0 0,1 0 0,16 38 0,-20-54 0,63 192 0,-62-180-54,-1 0 0,-1 0 0,-1 0 0,-2 34 0,0-23-1041,1-23-5731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18.292"/>
    </inkml:context>
    <inkml:brush xml:id="br0">
      <inkml:brushProperty name="width" value="0.035" units="cm"/>
      <inkml:brushProperty name="height" value="0.035" units="cm"/>
      <inkml:brushProperty name="color" value="#E71224"/>
    </inkml:brush>
  </inkml:definitions>
  <inkml:trace contextRef="#ctx0" brushRef="#br0">1 1 24575,'5'1'0,"1"1"0,-1 0 0,1 1 0,-1-1 0,0 1 0,0 0 0,7 6 0,-9-7 0,7 6 0,-1 0 0,0 0 0,13 15 0,14 14 0,-11-17 0,-15-12 0,0 0 0,-1 0 0,14 16 0,-15-15 0,1 0 0,0-1 0,1 1 0,16 10 0,-22-16 0,6 5 0,0 1 0,-1 0 0,8 11 0,-12-14 0,9 17 0,-13-20 0,0-1 0,1 1 0,-1-1 0,0 0 0,1 0 0,-1 0 0,1 1 0,0-1 0,-1-1 0,1 1 0,0 0 0,0 0 0,0-1 0,1 1 0,-1-1 0,3 2 0,67 28 0,-62-27 0,1 0 0,0 0 0,0-2 0,21 4 0,-9-2 0,-21-4 0,0 1 0,0-1 0,0 0 0,0 0 0,0 0 0,1 0 0,-1 0 0,0 0 0,0-1 0,0 1 0,0-1 0,0 1 0,0-1 0,0 0 0,-1 0 0,1 0 0,0 0 0,0 0 0,-1 0 0,1 0 0,0-1 0,-1 1 0,1-1 0,-1 1 0,0-1 0,1 0 0,-1 1 0,0-1 0,0 0 0,0 0 0,1-3 0,2-7 0,0 0 0,-1 0 0,0 0 0,1-18 0,3-6 0,3 1 0,-4 17 0,-1-1 0,-1 0 0,-1 0 0,2-24 0,-4 28-405,1 1 0,6-26 0,-7 39 255,2-13-6676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19.390"/>
    </inkml:context>
    <inkml:brush xml:id="br0">
      <inkml:brushProperty name="width" value="0.035" units="cm"/>
      <inkml:brushProperty name="height" value="0.035" units="cm"/>
      <inkml:brushProperty name="color" value="#E71224"/>
    </inkml:brush>
  </inkml:definitions>
  <inkml:trace contextRef="#ctx0" brushRef="#br0">1 1 24575,'-1'73'0,"3"82"0,10-91 0,-4-24 0,1 3 0,-5-26 0,-1-1 0,2 31 0,-5-33 0,0-1 0,1 1 0,0-1 0,1 1 0,1-1 0,0 0 0,1 0 0,8 19 0,58 125 0,-50-115-1365,-16-29-5461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3T14:49:20.889"/>
    </inkml:context>
    <inkml:brush xml:id="br0">
      <inkml:brushProperty name="width" value="0.035" units="cm"/>
      <inkml:brushProperty name="height" value="0.035" units="cm"/>
      <inkml:brushProperty name="color" value="#E71224"/>
    </inkml:brush>
  </inkml:definitions>
  <inkml:trace contextRef="#ctx0" brushRef="#br0">1 1 24575,'0'1'0,"0"1"0,1-1 0,-1 1 0,1 0 0,-1-1 0,1 1 0,0-1 0,0 0 0,0 1 0,0-1 0,0 0 0,0 1 0,0-1 0,0 0 0,0 0 0,0 0 0,1 0 0,-1 0 0,0 0 0,1 0 0,2 1 0,36 15 0,-31-14 0,2 1 0,0-1 0,0-1 0,0 0 0,1-1 0,14 1 0,-11-2 0,0 2 0,20 3 0,2 2 0,1-2 0,-1-2 0,1-2 0,48-4 0,-3 2 0,-58 0 0,-15 0 0,0 1 0,0 0 0,-1 0 0,1 1 0,14 3 0,-24-4 0,1 0 0,-1 0 0,1 0 0,-1 0 0,1 1 0,-1-1 0,1 0 0,-1 0 0,1 0 0,-1 0 0,1 1 0,-1-1 0,0 0 0,1 0 0,-1 1 0,1-1 0,-1 0 0,0 1 0,1-1 0,-1 0 0,0 1 0,1-1 0,-1 0 0,0 1 0,1-1 0,-1 1 0,0-1 0,0 1 0,0-1 0,0 1 0,1-1 0,-1 1 0,0-1 0,0 1 0,0-1 0,0 1 0,0-1 0,0 1 0,0-1 0,0 0 0,0 1 0,0-1 0,-1 1 0,1-1 0,0 1 0,-1 0 0,-18 20 0,7-10 0,7-3 0,1 0 0,-1 0 0,-2 11 0,5-14 0,0 0 0,0 0 0,0 0 0,-1 0 0,1-1 0,-1 1 0,0-1 0,-1 1 0,1-1 0,-1 0 0,0 0 0,-7 5 0,4-4 0,1 1 0,-1 0 0,1 0 0,1 1 0,-1-1 0,-7 13 0,7-9 0,-1-2 0,0 1 0,-9 8 0,-48 43 0,58-54 0,0-1 0,0 1 0,-9 13 0,11-13 0,-1 0 0,0 0 0,0-1 0,0 1 0,-8 4 0,-14 10 0,6-4 0,0-1 0,-1 0 0,-1-2 0,0-1 0,-33 13 0,30-19 0,22-6 0,-1 1 0,1 0 0,-1 0 0,1 0 0,-1 1 0,1-1 0,0 1 0,0 0 0,0 0 0,-5 4 0,9-6 0,0 0 0,-1 1 0,1-1 0,0 0 0,0 0 0,-1 1 0,1-1 0,0 0 0,-1 1 0,1-1 0,0 0 0,0 1 0,0-1 0,0 1 0,-1-1 0,1 0 0,0 1 0,0-1 0,0 1 0,0-1 0,0 0 0,0 1 0,0-1 0,0 1 0,0-1 0,0 0 0,0 1 0,0-1 0,0 1 0,0-1 0,1 0 0,-1 1 0,0 0 0,14 10 0,23 2 0,-10-8 0,0-2 0,1 0 0,0-2 0,40-4 0,0 1 0,345 2 0,-401-1-329,0 0-1,0-1 0,21-6 1,-32 8 282,13-4-6779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10/21/25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95017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162</a:t>
            </a:fld>
            <a:endParaRPr lang="en-US"/>
          </a:p>
        </p:txBody>
      </p:sp>
    </p:spTree>
    <p:extLst>
      <p:ext uri="{BB962C8B-B14F-4D97-AF65-F5344CB8AC3E}">
        <p14:creationId xmlns:p14="http://schemas.microsoft.com/office/powerpoint/2010/main" val="81635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164</a:t>
            </a:fld>
            <a:endParaRPr lang="en-US"/>
          </a:p>
        </p:txBody>
      </p:sp>
    </p:spTree>
    <p:extLst>
      <p:ext uri="{BB962C8B-B14F-4D97-AF65-F5344CB8AC3E}">
        <p14:creationId xmlns:p14="http://schemas.microsoft.com/office/powerpoint/2010/main" val="882140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165</a:t>
            </a:fld>
            <a:endParaRPr lang="en-US"/>
          </a:p>
        </p:txBody>
      </p:sp>
    </p:spTree>
    <p:extLst>
      <p:ext uri="{BB962C8B-B14F-4D97-AF65-F5344CB8AC3E}">
        <p14:creationId xmlns:p14="http://schemas.microsoft.com/office/powerpoint/2010/main" val="3153510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166</a:t>
            </a:fld>
            <a:endParaRPr lang="en-US"/>
          </a:p>
        </p:txBody>
      </p:sp>
    </p:spTree>
    <p:extLst>
      <p:ext uri="{BB962C8B-B14F-4D97-AF65-F5344CB8AC3E}">
        <p14:creationId xmlns:p14="http://schemas.microsoft.com/office/powerpoint/2010/main" val="4089461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168</a:t>
            </a:fld>
            <a:endParaRPr lang="en-US"/>
          </a:p>
        </p:txBody>
      </p:sp>
    </p:spTree>
    <p:extLst>
      <p:ext uri="{BB962C8B-B14F-4D97-AF65-F5344CB8AC3E}">
        <p14:creationId xmlns:p14="http://schemas.microsoft.com/office/powerpoint/2010/main" val="2817452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ACDDA7-58CB-0949-9630-854882A0DFBB}" type="slidenum">
              <a:rPr lang="en-US" smtClean="0"/>
              <a:t>169</a:t>
            </a:fld>
            <a:endParaRPr lang="en-US"/>
          </a:p>
        </p:txBody>
      </p:sp>
    </p:spTree>
    <p:extLst>
      <p:ext uri="{BB962C8B-B14F-4D97-AF65-F5344CB8AC3E}">
        <p14:creationId xmlns:p14="http://schemas.microsoft.com/office/powerpoint/2010/main" val="3098355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10/21/25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10/21/25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10/21/25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10/21/25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10/21/25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a:t>Click to add text</a:t>
            </a:r>
          </a:p>
        </p:txBody>
      </p:sp>
    </p:spTree>
    <p:extLst>
      <p:ext uri="{BB962C8B-B14F-4D97-AF65-F5344CB8AC3E}">
        <p14:creationId xmlns:p14="http://schemas.microsoft.com/office/powerpoint/2010/main" val="2162967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135540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653667" y="701800"/>
            <a:ext cx="7491600" cy="545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41" name="Google Shape;41;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323219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129357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607882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439639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202811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7505537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10/21/25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6475120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8880220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68643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634032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3409972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896961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4882716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5739144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6782628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085067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2949607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5455394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10/21/25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9188015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cxnSp>
        <p:nvCxnSpPr>
          <p:cNvPr id="21" name="Google Shape;21;p4"/>
          <p:cNvCxnSpPr/>
          <p:nvPr/>
        </p:nvCxnSpPr>
        <p:spPr>
          <a:xfrm>
            <a:off x="656751" y="1680379"/>
            <a:ext cx="5664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517200" y="610700"/>
            <a:ext cx="11157600" cy="914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517200" y="1986432"/>
            <a:ext cx="11157600" cy="4105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24" name="Google Shape;24;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27704630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653667" y="701800"/>
            <a:ext cx="7491600" cy="54544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4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41" name="Google Shape;41;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1097493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image" Target="../media/image2.png"/><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image" Target="../media/image5.png"/><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image" Target="../media/image4.png"/><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10/21/25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 id="2147483668" r:id="rId13"/>
    <p:sldLayoutId id="2147483669" r:id="rId14"/>
    <p:sldLayoutId id="2147483670" r:id="rId15"/>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10/21/25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3710236492"/>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xml"/><Relationship Id="rId1" Type="http://schemas.openxmlformats.org/officeDocument/2006/relationships/video" Target="https://www.youtube.com/embed/kQ5xj07A1v4?feature=oembed"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hyperlink" Target="https://cpp.sh/" TargetMode="Externa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9.png"/></Relationships>
</file>

<file path=ppt/slides/_rels/slide6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customXml" Target="../ink/ink1.xml"/><Relationship Id="rId1" Type="http://schemas.openxmlformats.org/officeDocument/2006/relationships/slideLayout" Target="../slideLayouts/slideLayout6.xml"/><Relationship Id="rId6" Type="http://schemas.openxmlformats.org/officeDocument/2006/relationships/customXml" Target="../ink/ink3.xml"/><Relationship Id="rId5" Type="http://schemas.openxmlformats.org/officeDocument/2006/relationships/image" Target="../media/image36.png"/><Relationship Id="rId4" Type="http://schemas.openxmlformats.org/officeDocument/2006/relationships/customXml" Target="../ink/ink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2.png"/><Relationship Id="rId12" Type="http://schemas.openxmlformats.org/officeDocument/2006/relationships/customXml" Target="../ink/ink9.xml"/><Relationship Id="rId2" Type="http://schemas.openxmlformats.org/officeDocument/2006/relationships/customXml" Target="../ink/ink4.xml"/><Relationship Id="rId1" Type="http://schemas.openxmlformats.org/officeDocument/2006/relationships/slideLayout" Target="../slideLayouts/slideLayout6.xml"/><Relationship Id="rId6" Type="http://schemas.openxmlformats.org/officeDocument/2006/relationships/customXml" Target="../ink/ink6.xml"/><Relationship Id="rId11" Type="http://schemas.openxmlformats.org/officeDocument/2006/relationships/image" Target="../media/image44.png"/><Relationship Id="rId5" Type="http://schemas.openxmlformats.org/officeDocument/2006/relationships/image" Target="../media/image41.png"/><Relationship Id="rId10" Type="http://schemas.openxmlformats.org/officeDocument/2006/relationships/customXml" Target="../ink/ink8.xml"/><Relationship Id="rId4" Type="http://schemas.openxmlformats.org/officeDocument/2006/relationships/customXml" Target="../ink/ink5.xml"/><Relationship Id="rId9" Type="http://schemas.openxmlformats.org/officeDocument/2006/relationships/image" Target="../media/image4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customXml" Target="../ink/ink10.xml"/><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8" Type="http://schemas.openxmlformats.org/officeDocument/2006/relationships/customXml" Target="../ink/ink14.xml"/><Relationship Id="rId13" Type="http://schemas.openxmlformats.org/officeDocument/2006/relationships/image" Target="../media/image47.png"/><Relationship Id="rId3" Type="http://schemas.openxmlformats.org/officeDocument/2006/relationships/image" Target="../media/image420.png"/><Relationship Id="rId7" Type="http://schemas.openxmlformats.org/officeDocument/2006/relationships/image" Target="../media/image440.png"/><Relationship Id="rId12" Type="http://schemas.openxmlformats.org/officeDocument/2006/relationships/customXml" Target="../ink/ink16.xml"/><Relationship Id="rId2" Type="http://schemas.openxmlformats.org/officeDocument/2006/relationships/customXml" Target="../ink/ink11.xml"/><Relationship Id="rId1" Type="http://schemas.openxmlformats.org/officeDocument/2006/relationships/slideLayout" Target="../slideLayouts/slideLayout13.xml"/><Relationship Id="rId6" Type="http://schemas.openxmlformats.org/officeDocument/2006/relationships/customXml" Target="../ink/ink13.xml"/><Relationship Id="rId11" Type="http://schemas.openxmlformats.org/officeDocument/2006/relationships/image" Target="../media/image46.png"/><Relationship Id="rId5" Type="http://schemas.openxmlformats.org/officeDocument/2006/relationships/image" Target="../media/image430.png"/><Relationship Id="rId10" Type="http://schemas.openxmlformats.org/officeDocument/2006/relationships/customXml" Target="../ink/ink15.xml"/><Relationship Id="rId4" Type="http://schemas.openxmlformats.org/officeDocument/2006/relationships/customXml" Target="../ink/ink12.xml"/><Relationship Id="rId9" Type="http://schemas.openxmlformats.org/officeDocument/2006/relationships/image" Target="../media/image450.png"/></Relationships>
</file>

<file path=ppt/slides/_rels/slide157.xml.rels><?xml version="1.0" encoding="UTF-8" standalone="yes"?>
<Relationships xmlns="http://schemas.openxmlformats.org/package/2006/relationships"><Relationship Id="rId13" Type="http://schemas.openxmlformats.org/officeDocument/2006/relationships/image" Target="../media/image53.png"/><Relationship Id="rId18" Type="http://schemas.openxmlformats.org/officeDocument/2006/relationships/customXml" Target="../ink/ink25.xml"/><Relationship Id="rId26" Type="http://schemas.openxmlformats.org/officeDocument/2006/relationships/customXml" Target="../ink/ink29.xml"/><Relationship Id="rId3" Type="http://schemas.openxmlformats.org/officeDocument/2006/relationships/image" Target="../media/image48.png"/><Relationship Id="rId21" Type="http://schemas.openxmlformats.org/officeDocument/2006/relationships/image" Target="../media/image57.png"/><Relationship Id="rId7" Type="http://schemas.openxmlformats.org/officeDocument/2006/relationships/image" Target="../media/image50.png"/><Relationship Id="rId12" Type="http://schemas.openxmlformats.org/officeDocument/2006/relationships/customXml" Target="../ink/ink22.xml"/><Relationship Id="rId17" Type="http://schemas.openxmlformats.org/officeDocument/2006/relationships/image" Target="../media/image55.png"/><Relationship Id="rId25" Type="http://schemas.openxmlformats.org/officeDocument/2006/relationships/image" Target="../media/image59.png"/><Relationship Id="rId33" Type="http://schemas.openxmlformats.org/officeDocument/2006/relationships/image" Target="../media/image63.png"/><Relationship Id="rId2" Type="http://schemas.openxmlformats.org/officeDocument/2006/relationships/customXml" Target="../ink/ink17.xml"/><Relationship Id="rId16" Type="http://schemas.openxmlformats.org/officeDocument/2006/relationships/customXml" Target="../ink/ink24.xml"/><Relationship Id="rId20" Type="http://schemas.openxmlformats.org/officeDocument/2006/relationships/customXml" Target="../ink/ink26.xml"/><Relationship Id="rId29"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customXml" Target="../ink/ink19.xml"/><Relationship Id="rId11" Type="http://schemas.openxmlformats.org/officeDocument/2006/relationships/image" Target="../media/image52.png"/><Relationship Id="rId24" Type="http://schemas.openxmlformats.org/officeDocument/2006/relationships/customXml" Target="../ink/ink28.xml"/><Relationship Id="rId32" Type="http://schemas.openxmlformats.org/officeDocument/2006/relationships/customXml" Target="../ink/ink32.xml"/><Relationship Id="rId5" Type="http://schemas.openxmlformats.org/officeDocument/2006/relationships/image" Target="../media/image49.png"/><Relationship Id="rId15" Type="http://schemas.openxmlformats.org/officeDocument/2006/relationships/image" Target="../media/image54.png"/><Relationship Id="rId23" Type="http://schemas.openxmlformats.org/officeDocument/2006/relationships/image" Target="../media/image58.png"/><Relationship Id="rId28" Type="http://schemas.openxmlformats.org/officeDocument/2006/relationships/customXml" Target="../ink/ink30.xml"/><Relationship Id="rId10" Type="http://schemas.openxmlformats.org/officeDocument/2006/relationships/customXml" Target="../ink/ink21.xml"/><Relationship Id="rId19" Type="http://schemas.openxmlformats.org/officeDocument/2006/relationships/image" Target="../media/image56.png"/><Relationship Id="rId31" Type="http://schemas.openxmlformats.org/officeDocument/2006/relationships/image" Target="../media/image62.png"/><Relationship Id="rId4" Type="http://schemas.openxmlformats.org/officeDocument/2006/relationships/customXml" Target="../ink/ink18.xml"/><Relationship Id="rId9" Type="http://schemas.openxmlformats.org/officeDocument/2006/relationships/image" Target="../media/image51.png"/><Relationship Id="rId14" Type="http://schemas.openxmlformats.org/officeDocument/2006/relationships/customXml" Target="../ink/ink23.xml"/><Relationship Id="rId22" Type="http://schemas.openxmlformats.org/officeDocument/2006/relationships/customXml" Target="../ink/ink27.xml"/><Relationship Id="rId27" Type="http://schemas.openxmlformats.org/officeDocument/2006/relationships/image" Target="../media/image60.png"/><Relationship Id="rId30" Type="http://schemas.openxmlformats.org/officeDocument/2006/relationships/customXml" Target="../ink/ink31.xml"/><Relationship Id="rId8" Type="http://schemas.openxmlformats.org/officeDocument/2006/relationships/customXml" Target="../ink/ink20.xml"/></Relationships>
</file>

<file path=ppt/slides/_rels/slide158.xml.rels><?xml version="1.0" encoding="UTF-8" standalone="yes"?>
<Relationships xmlns="http://schemas.openxmlformats.org/package/2006/relationships"><Relationship Id="rId8" Type="http://schemas.openxmlformats.org/officeDocument/2006/relationships/customXml" Target="../ink/ink36.xml"/><Relationship Id="rId13" Type="http://schemas.openxmlformats.org/officeDocument/2006/relationships/image" Target="../media/image69.png"/><Relationship Id="rId18" Type="http://schemas.openxmlformats.org/officeDocument/2006/relationships/customXml" Target="../ink/ink41.xml"/><Relationship Id="rId3" Type="http://schemas.openxmlformats.org/officeDocument/2006/relationships/image" Target="../media/image64.png"/><Relationship Id="rId7" Type="http://schemas.openxmlformats.org/officeDocument/2006/relationships/image" Target="../media/image66.png"/><Relationship Id="rId12" Type="http://schemas.openxmlformats.org/officeDocument/2006/relationships/customXml" Target="../ink/ink38.xml"/><Relationship Id="rId17" Type="http://schemas.openxmlformats.org/officeDocument/2006/relationships/image" Target="../media/image71.png"/><Relationship Id="rId2" Type="http://schemas.openxmlformats.org/officeDocument/2006/relationships/customXml" Target="../ink/ink33.xml"/><Relationship Id="rId16" Type="http://schemas.openxmlformats.org/officeDocument/2006/relationships/customXml" Target="../ink/ink40.xml"/><Relationship Id="rId1" Type="http://schemas.openxmlformats.org/officeDocument/2006/relationships/slideLayout" Target="../slideLayouts/slideLayout13.xml"/><Relationship Id="rId6" Type="http://schemas.openxmlformats.org/officeDocument/2006/relationships/customXml" Target="../ink/ink35.xml"/><Relationship Id="rId11" Type="http://schemas.openxmlformats.org/officeDocument/2006/relationships/image" Target="../media/image68.png"/><Relationship Id="rId5" Type="http://schemas.openxmlformats.org/officeDocument/2006/relationships/image" Target="../media/image65.png"/><Relationship Id="rId15" Type="http://schemas.openxmlformats.org/officeDocument/2006/relationships/image" Target="../media/image70.png"/><Relationship Id="rId10" Type="http://schemas.openxmlformats.org/officeDocument/2006/relationships/customXml" Target="../ink/ink37.xml"/><Relationship Id="rId19" Type="http://schemas.openxmlformats.org/officeDocument/2006/relationships/image" Target="../media/image72.png"/><Relationship Id="rId4" Type="http://schemas.openxmlformats.org/officeDocument/2006/relationships/customXml" Target="../ink/ink34.xml"/><Relationship Id="rId9" Type="http://schemas.openxmlformats.org/officeDocument/2006/relationships/image" Target="../media/image67.png"/><Relationship Id="rId14" Type="http://schemas.openxmlformats.org/officeDocument/2006/relationships/customXml" Target="../ink/ink39.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customXml" Target="../ink/ink47.xml"/><Relationship Id="rId3" Type="http://schemas.openxmlformats.org/officeDocument/2006/relationships/customXml" Target="../ink/ink42.xml"/><Relationship Id="rId7" Type="http://schemas.openxmlformats.org/officeDocument/2006/relationships/customXml" Target="../ink/ink44.xml"/><Relationship Id="rId12" Type="http://schemas.openxmlformats.org/officeDocument/2006/relationships/image" Target="../media/image7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4.png"/><Relationship Id="rId11" Type="http://schemas.openxmlformats.org/officeDocument/2006/relationships/customXml" Target="../ink/ink46.xml"/><Relationship Id="rId5" Type="http://schemas.openxmlformats.org/officeDocument/2006/relationships/customXml" Target="../ink/ink43.xml"/><Relationship Id="rId10" Type="http://schemas.openxmlformats.org/officeDocument/2006/relationships/image" Target="../media/image76.png"/><Relationship Id="rId4" Type="http://schemas.openxmlformats.org/officeDocument/2006/relationships/image" Target="../media/image73.png"/><Relationship Id="rId9" Type="http://schemas.openxmlformats.org/officeDocument/2006/relationships/customXml" Target="../ink/ink45.xml"/><Relationship Id="rId14" Type="http://schemas.openxmlformats.org/officeDocument/2006/relationships/image" Target="../media/image78.png"/></Relationships>
</file>

<file path=ppt/slides/_rels/slide165.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customXml" Target="../ink/ink53.xml"/><Relationship Id="rId3" Type="http://schemas.openxmlformats.org/officeDocument/2006/relationships/customXml" Target="../ink/ink48.xml"/><Relationship Id="rId7" Type="http://schemas.openxmlformats.org/officeDocument/2006/relationships/customXml" Target="../ink/ink50.xml"/><Relationship Id="rId12" Type="http://schemas.openxmlformats.org/officeDocument/2006/relationships/image" Target="../media/image83.png"/><Relationship Id="rId2" Type="http://schemas.openxmlformats.org/officeDocument/2006/relationships/notesSlide" Target="../notesSlides/notesSlide4.xml"/><Relationship Id="rId16" Type="http://schemas.openxmlformats.org/officeDocument/2006/relationships/image" Target="../media/image85.png"/><Relationship Id="rId1" Type="http://schemas.openxmlformats.org/officeDocument/2006/relationships/slideLayout" Target="../slideLayouts/slideLayout13.xml"/><Relationship Id="rId6" Type="http://schemas.openxmlformats.org/officeDocument/2006/relationships/image" Target="../media/image80.png"/><Relationship Id="rId11" Type="http://schemas.openxmlformats.org/officeDocument/2006/relationships/customXml" Target="../ink/ink52.xml"/><Relationship Id="rId5" Type="http://schemas.openxmlformats.org/officeDocument/2006/relationships/customXml" Target="../ink/ink49.xml"/><Relationship Id="rId15" Type="http://schemas.openxmlformats.org/officeDocument/2006/relationships/customXml" Target="../ink/ink54.xml"/><Relationship Id="rId10" Type="http://schemas.openxmlformats.org/officeDocument/2006/relationships/image" Target="../media/image82.png"/><Relationship Id="rId4" Type="http://schemas.openxmlformats.org/officeDocument/2006/relationships/image" Target="../media/image79.png"/><Relationship Id="rId9" Type="http://schemas.openxmlformats.org/officeDocument/2006/relationships/customXml" Target="../ink/ink51.xml"/><Relationship Id="rId14" Type="http://schemas.openxmlformats.org/officeDocument/2006/relationships/image" Target="../media/image84.png"/></Relationships>
</file>

<file path=ppt/slides/_rels/slide166.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customXml" Target="../ink/ink60.xml"/><Relationship Id="rId18" Type="http://schemas.openxmlformats.org/officeDocument/2006/relationships/image" Target="../media/image93.png"/><Relationship Id="rId3" Type="http://schemas.openxmlformats.org/officeDocument/2006/relationships/customXml" Target="../ink/ink55.xml"/><Relationship Id="rId7" Type="http://schemas.openxmlformats.org/officeDocument/2006/relationships/customXml" Target="../ink/ink57.xml"/><Relationship Id="rId12" Type="http://schemas.openxmlformats.org/officeDocument/2006/relationships/image" Target="../media/image90.png"/><Relationship Id="rId17" Type="http://schemas.openxmlformats.org/officeDocument/2006/relationships/customXml" Target="../ink/ink62.xml"/><Relationship Id="rId2" Type="http://schemas.openxmlformats.org/officeDocument/2006/relationships/notesSlide" Target="../notesSlides/notesSlide5.xml"/><Relationship Id="rId16" Type="http://schemas.openxmlformats.org/officeDocument/2006/relationships/image" Target="../media/image92.png"/><Relationship Id="rId1" Type="http://schemas.openxmlformats.org/officeDocument/2006/relationships/slideLayout" Target="../slideLayouts/slideLayout13.xml"/><Relationship Id="rId6" Type="http://schemas.openxmlformats.org/officeDocument/2006/relationships/image" Target="../media/image87.png"/><Relationship Id="rId11" Type="http://schemas.openxmlformats.org/officeDocument/2006/relationships/customXml" Target="../ink/ink59.xml"/><Relationship Id="rId5" Type="http://schemas.openxmlformats.org/officeDocument/2006/relationships/customXml" Target="../ink/ink56.xml"/><Relationship Id="rId15" Type="http://schemas.openxmlformats.org/officeDocument/2006/relationships/customXml" Target="../ink/ink61.xml"/><Relationship Id="rId10" Type="http://schemas.openxmlformats.org/officeDocument/2006/relationships/image" Target="../media/image89.png"/><Relationship Id="rId4" Type="http://schemas.openxmlformats.org/officeDocument/2006/relationships/image" Target="../media/image86.png"/><Relationship Id="rId9" Type="http://schemas.openxmlformats.org/officeDocument/2006/relationships/customXml" Target="../ink/ink58.xml"/><Relationship Id="rId14" Type="http://schemas.openxmlformats.org/officeDocument/2006/relationships/image" Target="../media/image9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customXml" Target="../ink/ink63.xml"/><Relationship Id="rId7" Type="http://schemas.openxmlformats.org/officeDocument/2006/relationships/customXml" Target="../ink/ink65.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95.png"/><Relationship Id="rId5" Type="http://schemas.openxmlformats.org/officeDocument/2006/relationships/customXml" Target="../ink/ink64.xml"/><Relationship Id="rId4" Type="http://schemas.openxmlformats.org/officeDocument/2006/relationships/image" Target="../media/image94.png"/></Relationships>
</file>

<file path=ppt/slides/_rels/slide169.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customXml" Target="../ink/ink66.xml"/><Relationship Id="rId7" Type="http://schemas.openxmlformats.org/officeDocument/2006/relationships/customXml" Target="../ink/ink68.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98.png"/><Relationship Id="rId5" Type="http://schemas.openxmlformats.org/officeDocument/2006/relationships/customXml" Target="../ink/ink67.xml"/><Relationship Id="rId4" Type="http://schemas.openxmlformats.org/officeDocument/2006/relationships/image" Target="../media/image97.png"/></Relationships>
</file>

<file path=ppt/slides/_rels/slide1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customXml" Target="../ink/ink69.xml"/><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3.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106.png"/><Relationship Id="rId18" Type="http://schemas.openxmlformats.org/officeDocument/2006/relationships/customXml" Target="../ink/ink78.xml"/><Relationship Id="rId3" Type="http://schemas.openxmlformats.org/officeDocument/2006/relationships/image" Target="../media/image1000.png"/><Relationship Id="rId21" Type="http://schemas.openxmlformats.org/officeDocument/2006/relationships/image" Target="../media/image110.png"/><Relationship Id="rId7" Type="http://schemas.openxmlformats.org/officeDocument/2006/relationships/image" Target="../media/image103.png"/><Relationship Id="rId12" Type="http://schemas.openxmlformats.org/officeDocument/2006/relationships/customXml" Target="../ink/ink75.xml"/><Relationship Id="rId17" Type="http://schemas.openxmlformats.org/officeDocument/2006/relationships/image" Target="../media/image108.png"/><Relationship Id="rId2" Type="http://schemas.openxmlformats.org/officeDocument/2006/relationships/customXml" Target="../ink/ink70.xml"/><Relationship Id="rId16" Type="http://schemas.openxmlformats.org/officeDocument/2006/relationships/customXml" Target="../ink/ink77.xml"/><Relationship Id="rId20" Type="http://schemas.openxmlformats.org/officeDocument/2006/relationships/customXml" Target="../ink/ink79.xml"/><Relationship Id="rId1" Type="http://schemas.openxmlformats.org/officeDocument/2006/relationships/slideLayout" Target="../slideLayouts/slideLayout17.xml"/><Relationship Id="rId6" Type="http://schemas.openxmlformats.org/officeDocument/2006/relationships/customXml" Target="../ink/ink72.xml"/><Relationship Id="rId11" Type="http://schemas.openxmlformats.org/officeDocument/2006/relationships/image" Target="../media/image105.png"/><Relationship Id="rId5" Type="http://schemas.openxmlformats.org/officeDocument/2006/relationships/image" Target="../media/image102.png"/><Relationship Id="rId15" Type="http://schemas.openxmlformats.org/officeDocument/2006/relationships/image" Target="../media/image107.png"/><Relationship Id="rId23" Type="http://schemas.openxmlformats.org/officeDocument/2006/relationships/image" Target="../media/image111.png"/><Relationship Id="rId10" Type="http://schemas.openxmlformats.org/officeDocument/2006/relationships/customXml" Target="../ink/ink74.xml"/><Relationship Id="rId19" Type="http://schemas.openxmlformats.org/officeDocument/2006/relationships/image" Target="../media/image109.png"/><Relationship Id="rId4" Type="http://schemas.openxmlformats.org/officeDocument/2006/relationships/customXml" Target="../ink/ink71.xml"/><Relationship Id="rId9" Type="http://schemas.openxmlformats.org/officeDocument/2006/relationships/image" Target="../media/image104.png"/><Relationship Id="rId14" Type="http://schemas.openxmlformats.org/officeDocument/2006/relationships/customXml" Target="../ink/ink76.xml"/><Relationship Id="rId22" Type="http://schemas.openxmlformats.org/officeDocument/2006/relationships/customXml" Target="../ink/ink80.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5.xml.rels><?xml version="1.0" encoding="UTF-8" standalone="yes"?>
<Relationships xmlns="http://schemas.openxmlformats.org/package/2006/relationships"><Relationship Id="rId8" Type="http://schemas.openxmlformats.org/officeDocument/2006/relationships/customXml" Target="../ink/ink84.xml"/><Relationship Id="rId13"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4.png"/><Relationship Id="rId12" Type="http://schemas.openxmlformats.org/officeDocument/2006/relationships/customXml" Target="../ink/ink86.xml"/><Relationship Id="rId2" Type="http://schemas.openxmlformats.org/officeDocument/2006/relationships/customXml" Target="../ink/ink81.xml"/><Relationship Id="rId1" Type="http://schemas.openxmlformats.org/officeDocument/2006/relationships/slideLayout" Target="../slideLayouts/slideLayout17.xml"/><Relationship Id="rId6" Type="http://schemas.openxmlformats.org/officeDocument/2006/relationships/customXml" Target="../ink/ink83.xml"/><Relationship Id="rId11" Type="http://schemas.openxmlformats.org/officeDocument/2006/relationships/image" Target="../media/image116.png"/><Relationship Id="rId5" Type="http://schemas.openxmlformats.org/officeDocument/2006/relationships/image" Target="../media/image113.png"/><Relationship Id="rId10" Type="http://schemas.openxmlformats.org/officeDocument/2006/relationships/customXml" Target="../ink/ink85.xml"/><Relationship Id="rId4" Type="http://schemas.openxmlformats.org/officeDocument/2006/relationships/customXml" Target="../ink/ink82.xml"/><Relationship Id="rId9" Type="http://schemas.openxmlformats.org/officeDocument/2006/relationships/image" Target="../media/image115.png"/></Relationships>
</file>

<file path=ppt/slides/_rels/slide186.xml.rels><?xml version="1.0" encoding="UTF-8" standalone="yes"?>
<Relationships xmlns="http://schemas.openxmlformats.org/package/2006/relationships"><Relationship Id="rId8" Type="http://schemas.openxmlformats.org/officeDocument/2006/relationships/customXml" Target="../ink/ink90.xml"/><Relationship Id="rId13"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0.png"/><Relationship Id="rId12" Type="http://schemas.openxmlformats.org/officeDocument/2006/relationships/customXml" Target="../ink/ink92.xml"/><Relationship Id="rId2" Type="http://schemas.openxmlformats.org/officeDocument/2006/relationships/customXml" Target="../ink/ink87.xml"/><Relationship Id="rId1" Type="http://schemas.openxmlformats.org/officeDocument/2006/relationships/slideLayout" Target="../slideLayouts/slideLayout17.xml"/><Relationship Id="rId6" Type="http://schemas.openxmlformats.org/officeDocument/2006/relationships/customXml" Target="../ink/ink89.xml"/><Relationship Id="rId11" Type="http://schemas.openxmlformats.org/officeDocument/2006/relationships/image" Target="../media/image122.png"/><Relationship Id="rId5" Type="http://schemas.openxmlformats.org/officeDocument/2006/relationships/image" Target="../media/image119.png"/><Relationship Id="rId10" Type="http://schemas.openxmlformats.org/officeDocument/2006/relationships/customXml" Target="../ink/ink91.xml"/><Relationship Id="rId4" Type="http://schemas.openxmlformats.org/officeDocument/2006/relationships/customXml" Target="../ink/ink88.xml"/><Relationship Id="rId9" Type="http://schemas.openxmlformats.org/officeDocument/2006/relationships/image" Target="../media/image12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a:t>Intro to C++</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close up of computer code">
            <a:extLst>
              <a:ext uri="{FF2B5EF4-FFF2-40B4-BE49-F238E27FC236}">
                <a16:creationId xmlns:a16="http://schemas.microsoft.com/office/drawing/2014/main" id="{94D43AA7-0244-2FEB-86AC-B5DECE0232D8}"/>
              </a:ext>
            </a:extLst>
          </p:cNvPr>
          <p:cNvPicPr>
            <a:picLocks noGrp="1" noChangeAspect="1"/>
          </p:cNvPicPr>
          <p:nvPr>
            <p:ph type="pic" sz="quarter" idx="10"/>
          </p:nvPr>
        </p:nvPicPr>
        <p:blipFill rotWithShape="1">
          <a:blip r:embed="rId3">
            <a:alphaModFix amt="40000"/>
            <a:extLst>
              <a:ext uri="{BEBA8EAE-BF5A-486C-A8C5-ECC9F3942E4B}">
                <a14:imgProps xmlns:a14="http://schemas.microsoft.com/office/drawing/2010/main">
                  <a14:imgLayer r:embed="rId4">
                    <a14:imgEffect>
                      <a14:saturation sat="0"/>
                    </a14:imgEffect>
                  </a14:imgLayer>
                </a14:imgProps>
              </a:ext>
            </a:extLst>
          </a:blip>
          <a:srcRect t="7813" b="7813"/>
          <a:stretch/>
        </p:blipFill>
        <p:spPr>
          <a:xfrm>
            <a:off x="0" y="0"/>
            <a:ext cx="12192000" cy="6858000"/>
          </a:xfrm>
        </p:spPr>
      </p:pic>
      <p:sp>
        <p:nvSpPr>
          <p:cNvPr id="3" name="Title 2">
            <a:extLst>
              <a:ext uri="{FF2B5EF4-FFF2-40B4-BE49-F238E27FC236}">
                <a16:creationId xmlns:a16="http://schemas.microsoft.com/office/drawing/2014/main" id="{B2F3FA79-DE26-1F2A-0CF7-5671B73C8B6F}"/>
              </a:ext>
            </a:extLst>
          </p:cNvPr>
          <p:cNvSpPr>
            <a:spLocks noGrp="1"/>
          </p:cNvSpPr>
          <p:nvPr>
            <p:ph type="ctrTitle"/>
          </p:nvPr>
        </p:nvSpPr>
        <p:spPr>
          <a:xfrm>
            <a:off x="1524000" y="2286000"/>
            <a:ext cx="9144000" cy="2286000"/>
          </a:xfrm>
        </p:spPr>
        <p:txBody>
          <a:bodyPr/>
          <a:lstStyle/>
          <a:p>
            <a:r>
              <a:rPr lang="en-US"/>
              <a:t>What is C++?</a:t>
            </a:r>
          </a:p>
        </p:txBody>
      </p:sp>
    </p:spTree>
    <p:extLst>
      <p:ext uri="{BB962C8B-B14F-4D97-AF65-F5344CB8AC3E}">
        <p14:creationId xmlns:p14="http://schemas.microsoft.com/office/powerpoint/2010/main" val="467869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C++</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One of the most popular languages for desktop applications</a:t>
            </a:r>
          </a:p>
          <a:p>
            <a:r>
              <a:rPr lang="en-US" sz="3200" i="1"/>
              <a:t>The</a:t>
            </a:r>
            <a:r>
              <a:rPr lang="en-US" sz="3200"/>
              <a:t> most popular language for writing video games</a:t>
            </a:r>
          </a:p>
          <a:p>
            <a:r>
              <a:rPr lang="en-US" sz="3200"/>
              <a:t>Created by Bjarne </a:t>
            </a:r>
            <a:r>
              <a:rPr lang="en-US" sz="3200" err="1"/>
              <a:t>Stroustrup</a:t>
            </a:r>
            <a:r>
              <a:rPr lang="en-US" sz="3200"/>
              <a:t>, C++ is built on top of the revolutionary C programming language.</a:t>
            </a:r>
          </a:p>
        </p:txBody>
      </p:sp>
    </p:spTree>
    <p:extLst>
      <p:ext uri="{BB962C8B-B14F-4D97-AF65-F5344CB8AC3E}">
        <p14:creationId xmlns:p14="http://schemas.microsoft.com/office/powerpoint/2010/main" val="1441142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Why C++?</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u="sng"/>
              <a:t>It’s FAST</a:t>
            </a:r>
            <a:r>
              <a:rPr lang="en-US" sz="3200"/>
              <a:t>: If used correctly, it can be used to write incredibly efficient programs.</a:t>
            </a:r>
          </a:p>
          <a:p>
            <a:r>
              <a:rPr lang="en-US" sz="3200" u="sng"/>
              <a:t>It’s Flexible</a:t>
            </a:r>
            <a:r>
              <a:rPr lang="en-US" sz="3200"/>
              <a:t>: It can be used for many types of programming, including Object Oriented Programming. </a:t>
            </a:r>
          </a:p>
          <a:p>
            <a:r>
              <a:rPr lang="en-US" sz="3200" u="sng"/>
              <a:t>It’s Well Supported</a:t>
            </a:r>
            <a:r>
              <a:rPr lang="en-US" sz="3200"/>
              <a:t>: It’s been around for a long time. It’s old, and it’s still used. That means there are a lot of tools, tricks and tutorials on how to use it.</a:t>
            </a:r>
          </a:p>
        </p:txBody>
      </p:sp>
    </p:spTree>
    <p:extLst>
      <p:ext uri="{BB962C8B-B14F-4D97-AF65-F5344CB8AC3E}">
        <p14:creationId xmlns:p14="http://schemas.microsoft.com/office/powerpoint/2010/main" val="318358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nline Media 5" title="Crazy Rocketman:Green ROCKET LAWN CHAIR!">
            <a:hlinkClick r:id="" action="ppaction://media"/>
            <a:extLst>
              <a:ext uri="{FF2B5EF4-FFF2-40B4-BE49-F238E27FC236}">
                <a16:creationId xmlns:a16="http://schemas.microsoft.com/office/drawing/2014/main" id="{1064B9FC-CC16-EFF2-EC6C-851FF572B30A}"/>
              </a:ext>
            </a:extLst>
          </p:cNvPr>
          <p:cNvPicPr>
            <a:picLocks noRot="1" noChangeAspect="1"/>
          </p:cNvPicPr>
          <p:nvPr>
            <a:videoFile r:link="rId1"/>
          </p:nvPr>
        </p:nvPicPr>
        <p:blipFill>
          <a:blip r:embed="rId3"/>
          <a:stretch>
            <a:fillRect/>
          </a:stretch>
        </p:blipFill>
        <p:spPr>
          <a:xfrm>
            <a:off x="26973" y="0"/>
            <a:ext cx="12138053" cy="6858000"/>
          </a:xfrm>
          <a:prstGeom prst="rect">
            <a:avLst/>
          </a:prstGeom>
          <a:noFill/>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itle 2">
            <a:extLst>
              <a:ext uri="{FF2B5EF4-FFF2-40B4-BE49-F238E27FC236}">
                <a16:creationId xmlns:a16="http://schemas.microsoft.com/office/drawing/2014/main" id="{E8C7E9F8-2AF2-8DFA-5338-B4DA14B3862B}"/>
              </a:ext>
            </a:extLst>
          </p:cNvPr>
          <p:cNvSpPr>
            <a:spLocks noGrp="1"/>
          </p:cNvSpPr>
          <p:nvPr>
            <p:ph type="ctrTitle"/>
          </p:nvPr>
        </p:nvSpPr>
        <p:spPr>
          <a:xfrm>
            <a:off x="1523999" y="-104503"/>
            <a:ext cx="9144000" cy="2286000"/>
          </a:xfrm>
        </p:spPr>
        <p:txBody>
          <a:bodyPr/>
          <a:lstStyle/>
          <a:p>
            <a:r>
              <a:rPr lang="en-US"/>
              <a:t>C++ </a:t>
            </a:r>
            <a:r>
              <a:rPr lang="en-US" err="1"/>
              <a:t>SpeeD</a:t>
            </a:r>
            <a:endParaRPr lang="en-US"/>
          </a:p>
        </p:txBody>
      </p:sp>
    </p:spTree>
    <p:extLst>
      <p:ext uri="{BB962C8B-B14F-4D97-AF65-F5344CB8AC3E}">
        <p14:creationId xmlns:p14="http://schemas.microsoft.com/office/powerpoint/2010/main" val="215018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razy Rocketman:Green ROCKET LAWN CHAIR! - YouTube">
            <a:extLst>
              <a:ext uri="{FF2B5EF4-FFF2-40B4-BE49-F238E27FC236}">
                <a16:creationId xmlns:a16="http://schemas.microsoft.com/office/drawing/2014/main" id="{EF1EFC92-49B5-BEF1-B2DA-E773400B2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801" b="15199"/>
          <a:stretch/>
        </p:blipFill>
        <p:spPr bwMode="auto">
          <a:xfrm>
            <a:off x="0" y="-339624"/>
            <a:ext cx="12191980" cy="6857990"/>
          </a:xfrm>
          <a:prstGeom prst="rect">
            <a:avLst/>
          </a:prstGeom>
          <a:solidFill>
            <a:srgbClr val="FFFFFF"/>
          </a:solidFill>
        </p:spPr>
      </p:pic>
      <p:sp>
        <p:nvSpPr>
          <p:cNvPr id="2" name="Title 1">
            <a:extLst>
              <a:ext uri="{FF2B5EF4-FFF2-40B4-BE49-F238E27FC236}">
                <a16:creationId xmlns:a16="http://schemas.microsoft.com/office/drawing/2014/main" id="{577AD850-B5A8-EDA9-A67A-656DC2D7786E}"/>
              </a:ext>
            </a:extLst>
          </p:cNvPr>
          <p:cNvSpPr>
            <a:spLocks noGrp="1"/>
          </p:cNvSpPr>
          <p:nvPr>
            <p:ph type="ctrTitle"/>
          </p:nvPr>
        </p:nvSpPr>
        <p:spPr>
          <a:xfrm>
            <a:off x="0" y="2286000"/>
            <a:ext cx="4106092" cy="2286000"/>
          </a:xfrm>
        </p:spPr>
        <p:txBody>
          <a:bodyPr anchor="ctr">
            <a:normAutofit/>
          </a:bodyPr>
          <a:lstStyle/>
          <a:p>
            <a:r>
              <a:rPr lang="en-US"/>
              <a:t>C++ Speed</a:t>
            </a:r>
          </a:p>
        </p:txBody>
      </p:sp>
    </p:spTree>
    <p:extLst>
      <p:ext uri="{BB962C8B-B14F-4D97-AF65-F5344CB8AC3E}">
        <p14:creationId xmlns:p14="http://schemas.microsoft.com/office/powerpoint/2010/main" val="2835738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Why is C++ Fast?</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C++ is a compiled programming language. This by itself doesn’t make it faster then other languages, but it makes it faster then many others.</a:t>
            </a:r>
          </a:p>
          <a:p>
            <a:r>
              <a:rPr lang="en-US" sz="3200"/>
              <a:t>It is barebones. Due to its structure, it doesn’t have some features that make programming with it easier. Those features can make programs run slower.</a:t>
            </a:r>
          </a:p>
          <a:p>
            <a:r>
              <a:rPr lang="en-US" sz="3200"/>
              <a:t>It’s a “low level” language, meaning you can directly manipulate memory allocation.</a:t>
            </a:r>
          </a:p>
        </p:txBody>
      </p:sp>
    </p:spTree>
    <p:extLst>
      <p:ext uri="{BB962C8B-B14F-4D97-AF65-F5344CB8AC3E}">
        <p14:creationId xmlns:p14="http://schemas.microsoft.com/office/powerpoint/2010/main" val="39942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C++ is a low-level language</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C was one of the first programming languages that could “easily” be read by humans. It only had one level of abstraction from machine language, so it is fast. It lacked a lot of features, making building complex software difficult.</a:t>
            </a:r>
          </a:p>
          <a:p>
            <a:r>
              <a:rPr lang="en-US" sz="3200"/>
              <a:t>C++ has some of those features but is still very close to machine language.</a:t>
            </a:r>
          </a:p>
        </p:txBody>
      </p:sp>
    </p:spTree>
    <p:extLst>
      <p:ext uri="{BB962C8B-B14F-4D97-AF65-F5344CB8AC3E}">
        <p14:creationId xmlns:p14="http://schemas.microsoft.com/office/powerpoint/2010/main" val="1791257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6562816" y="457200"/>
            <a:ext cx="4837176" cy="1993392"/>
          </a:xfrm>
        </p:spPr>
        <p:txBody>
          <a:bodyPr anchor="b">
            <a:normAutofit/>
          </a:bodyPr>
          <a:lstStyle/>
          <a:p>
            <a:r>
              <a:rPr lang="en-US"/>
              <a:t>Why do we care if it’s fast</a:t>
            </a:r>
          </a:p>
        </p:txBody>
      </p:sp>
      <p:pic>
        <p:nvPicPr>
          <p:cNvPr id="5" name="Picture 4" descr="Cartoon character sitting on a chair on a rocket&#10;&#10;Description automatically generated">
            <a:extLst>
              <a:ext uri="{FF2B5EF4-FFF2-40B4-BE49-F238E27FC236}">
                <a16:creationId xmlns:a16="http://schemas.microsoft.com/office/drawing/2014/main" id="{DA21FB71-C2D8-5EA3-45FB-E1BC7A605B99}"/>
              </a:ext>
            </a:extLst>
          </p:cNvPr>
          <p:cNvPicPr>
            <a:picLocks noChangeAspect="1"/>
          </p:cNvPicPr>
          <p:nvPr/>
        </p:nvPicPr>
        <p:blipFill>
          <a:blip r:embed="rId2">
            <a:extLst>
              <a:ext uri="{28A0092B-C50C-407E-A947-70E740481C1C}">
                <a14:useLocalDpi xmlns:a14="http://schemas.microsoft.com/office/drawing/2010/main" val="0"/>
              </a:ext>
            </a:extLst>
          </a:blip>
          <a:srcRect l="2851" r="7983"/>
          <a:stretch/>
        </p:blipFill>
        <p:spPr>
          <a:xfrm>
            <a:off x="-28882" y="10"/>
            <a:ext cx="6115050" cy="6857990"/>
          </a:xfrm>
          <a:prstGeom prst="parallelogram">
            <a:avLst/>
          </a:prstGeom>
          <a:noFill/>
          <a:ln>
            <a:noFill/>
          </a:ln>
        </p:spPr>
      </p:pic>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6562818" y="2752344"/>
            <a:ext cx="4837174" cy="3136392"/>
          </a:xfrm>
        </p:spPr>
        <p:txBody>
          <a:bodyPr anchor="t">
            <a:normAutofit/>
          </a:bodyPr>
          <a:lstStyle/>
          <a:p>
            <a:r>
              <a:rPr lang="en-US"/>
              <a:t>Games need to handle a lot of calculations just to make something show up on screen, not even including actual gameplay.</a:t>
            </a:r>
          </a:p>
          <a:p>
            <a:r>
              <a:rPr lang="en-US"/>
              <a:t>And it has to do it 60+ times a second.</a:t>
            </a:r>
          </a:p>
        </p:txBody>
      </p:sp>
    </p:spTree>
    <p:extLst>
      <p:ext uri="{BB962C8B-B14F-4D97-AF65-F5344CB8AC3E}">
        <p14:creationId xmlns:p14="http://schemas.microsoft.com/office/powerpoint/2010/main" val="3426751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4AA6-876A-E673-29B6-15891CA12493}"/>
              </a:ext>
            </a:extLst>
          </p:cNvPr>
          <p:cNvSpPr>
            <a:spLocks noGrp="1"/>
          </p:cNvSpPr>
          <p:nvPr>
            <p:ph type="title"/>
          </p:nvPr>
        </p:nvSpPr>
        <p:spPr/>
        <p:txBody>
          <a:bodyPr/>
          <a:lstStyle/>
          <a:p>
            <a:br>
              <a:rPr lang="en-US"/>
            </a:br>
            <a:r>
              <a:rPr lang="en-US"/>
              <a:t>A Basic Cube</a:t>
            </a:r>
          </a:p>
        </p:txBody>
      </p:sp>
      <p:sp>
        <p:nvSpPr>
          <p:cNvPr id="4" name="Content Placeholder 3">
            <a:extLst>
              <a:ext uri="{FF2B5EF4-FFF2-40B4-BE49-F238E27FC236}">
                <a16:creationId xmlns:a16="http://schemas.microsoft.com/office/drawing/2014/main" id="{4AFAC669-5641-9334-2D56-D0BFBB333E6D}"/>
              </a:ext>
            </a:extLst>
          </p:cNvPr>
          <p:cNvSpPr>
            <a:spLocks noGrp="1"/>
          </p:cNvSpPr>
          <p:nvPr>
            <p:ph idx="1"/>
          </p:nvPr>
        </p:nvSpPr>
        <p:spPr/>
        <p:txBody>
          <a:bodyPr>
            <a:normAutofit/>
          </a:bodyPr>
          <a:lstStyle/>
          <a:p>
            <a:r>
              <a:rPr lang="en-US" sz="3600"/>
              <a:t>6 sides</a:t>
            </a:r>
          </a:p>
        </p:txBody>
      </p:sp>
      <p:pic>
        <p:nvPicPr>
          <p:cNvPr id="2052" name="Picture 4" descr="File:3D model of a Cube.stl - Wikimedia Commons">
            <a:extLst>
              <a:ext uri="{FF2B5EF4-FFF2-40B4-BE49-F238E27FC236}">
                <a16:creationId xmlns:a16="http://schemas.microsoft.com/office/drawing/2014/main" id="{46E338F6-467A-B758-9E12-4ED9D88810DF}"/>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16563" r="1656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533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26C37316-0074-AE7E-A997-698405ED0F5A}"/>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b="1573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4" name="Title 2">
            <a:extLst>
              <a:ext uri="{FF2B5EF4-FFF2-40B4-BE49-F238E27FC236}">
                <a16:creationId xmlns:a16="http://schemas.microsoft.com/office/drawing/2014/main" id="{4C14AC01-8F9B-CC0B-1A8B-51FBBDB030D6}"/>
              </a:ext>
            </a:extLst>
          </p:cNvPr>
          <p:cNvSpPr>
            <a:spLocks noGrp="1"/>
          </p:cNvSpPr>
          <p:nvPr>
            <p:ph type="ctrTitle"/>
          </p:nvPr>
        </p:nvSpPr>
        <p:spPr>
          <a:xfrm>
            <a:off x="0" y="0"/>
            <a:ext cx="9144000" cy="2286000"/>
          </a:xfrm>
        </p:spPr>
        <p:txBody>
          <a:bodyPr/>
          <a:lstStyle/>
          <a:p>
            <a:r>
              <a:rPr lang="en-US"/>
              <a:t>Each Side is a square</a:t>
            </a:r>
          </a:p>
        </p:txBody>
      </p:sp>
    </p:spTree>
    <p:extLst>
      <p:ext uri="{BB962C8B-B14F-4D97-AF65-F5344CB8AC3E}">
        <p14:creationId xmlns:p14="http://schemas.microsoft.com/office/powerpoint/2010/main" val="425717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35924-89DE-05D1-33B9-C1597DA6DC50}"/>
              </a:ext>
            </a:extLst>
          </p:cNvPr>
          <p:cNvSpPr>
            <a:spLocks noGrp="1"/>
          </p:cNvSpPr>
          <p:nvPr>
            <p:ph type="title"/>
          </p:nvPr>
        </p:nvSpPr>
        <p:spPr/>
        <p:txBody>
          <a:bodyPr/>
          <a:lstStyle/>
          <a:p>
            <a:r>
              <a:rPr lang="en-US"/>
              <a:t>Each Square is made of 4 lines</a:t>
            </a:r>
          </a:p>
        </p:txBody>
      </p:sp>
      <p:sp>
        <p:nvSpPr>
          <p:cNvPr id="4" name="Content Placeholder 3">
            <a:extLst>
              <a:ext uri="{FF2B5EF4-FFF2-40B4-BE49-F238E27FC236}">
                <a16:creationId xmlns:a16="http://schemas.microsoft.com/office/drawing/2014/main" id="{9E7C661B-26AF-8D7B-46A2-490B80864553}"/>
              </a:ext>
            </a:extLst>
          </p:cNvPr>
          <p:cNvSpPr>
            <a:spLocks noGrp="1"/>
          </p:cNvSpPr>
          <p:nvPr>
            <p:ph idx="1"/>
          </p:nvPr>
        </p:nvSpPr>
        <p:spPr/>
        <p:txBody>
          <a:bodyPr>
            <a:normAutofit/>
          </a:bodyPr>
          <a:lstStyle/>
          <a:p>
            <a:r>
              <a:rPr lang="en-US" sz="2800"/>
              <a:t>Each edge is shared by 2 different sides.</a:t>
            </a:r>
          </a:p>
        </p:txBody>
      </p:sp>
      <p:pic>
        <p:nvPicPr>
          <p:cNvPr id="4098" name="Picture 2" descr="File:Cube wireframe.stl - Wikimedia Commons">
            <a:extLst>
              <a:ext uri="{FF2B5EF4-FFF2-40B4-BE49-F238E27FC236}">
                <a16:creationId xmlns:a16="http://schemas.microsoft.com/office/drawing/2014/main" id="{846F47DA-2848-DB61-0138-0760BA2E042D}"/>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16563" r="1656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96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35924-89DE-05D1-33B9-C1597DA6DC50}"/>
              </a:ext>
            </a:extLst>
          </p:cNvPr>
          <p:cNvSpPr>
            <a:spLocks noGrp="1"/>
          </p:cNvSpPr>
          <p:nvPr>
            <p:ph type="title"/>
          </p:nvPr>
        </p:nvSpPr>
        <p:spPr/>
        <p:txBody>
          <a:bodyPr/>
          <a:lstStyle/>
          <a:p>
            <a:r>
              <a:rPr lang="en-US"/>
              <a:t>Each corner has a Vertex (Vert)</a:t>
            </a:r>
          </a:p>
        </p:txBody>
      </p:sp>
      <p:sp>
        <p:nvSpPr>
          <p:cNvPr id="4" name="Content Placeholder 3">
            <a:extLst>
              <a:ext uri="{FF2B5EF4-FFF2-40B4-BE49-F238E27FC236}">
                <a16:creationId xmlns:a16="http://schemas.microsoft.com/office/drawing/2014/main" id="{9E7C661B-26AF-8D7B-46A2-490B80864553}"/>
              </a:ext>
            </a:extLst>
          </p:cNvPr>
          <p:cNvSpPr>
            <a:spLocks noGrp="1"/>
          </p:cNvSpPr>
          <p:nvPr>
            <p:ph idx="1"/>
          </p:nvPr>
        </p:nvSpPr>
        <p:spPr/>
        <p:txBody>
          <a:bodyPr>
            <a:normAutofit/>
          </a:bodyPr>
          <a:lstStyle/>
          <a:p>
            <a:r>
              <a:rPr lang="en-US" sz="2800"/>
              <a:t>The verts are represented in 3D space by X,Y and Z coordinates.</a:t>
            </a:r>
          </a:p>
        </p:txBody>
      </p:sp>
      <p:pic>
        <p:nvPicPr>
          <p:cNvPr id="4098" name="Picture 2" descr="File:Cube wireframe.stl - Wikimedia Commons">
            <a:extLst>
              <a:ext uri="{FF2B5EF4-FFF2-40B4-BE49-F238E27FC236}">
                <a16:creationId xmlns:a16="http://schemas.microsoft.com/office/drawing/2014/main" id="{846F47DA-2848-DB61-0138-0760BA2E042D}"/>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16563" r="1656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954D71AB-51A4-3D06-70B5-C85D5AC4B823}"/>
              </a:ext>
            </a:extLst>
          </p:cNvPr>
          <p:cNvSpPr/>
          <p:nvPr/>
        </p:nvSpPr>
        <p:spPr>
          <a:xfrm>
            <a:off x="2767386" y="2450592"/>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9D50A17-B111-8864-0867-91A4C13FFE2A}"/>
              </a:ext>
            </a:extLst>
          </p:cNvPr>
          <p:cNvSpPr/>
          <p:nvPr/>
        </p:nvSpPr>
        <p:spPr>
          <a:xfrm>
            <a:off x="5074407" y="17201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E9D3D16-A1B1-11FF-706B-038106C73820}"/>
              </a:ext>
            </a:extLst>
          </p:cNvPr>
          <p:cNvSpPr/>
          <p:nvPr/>
        </p:nvSpPr>
        <p:spPr>
          <a:xfrm>
            <a:off x="2757038" y="5888736"/>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F8F5957-AD03-2397-1101-A815087EC44C}"/>
              </a:ext>
            </a:extLst>
          </p:cNvPr>
          <p:cNvSpPr/>
          <p:nvPr/>
        </p:nvSpPr>
        <p:spPr>
          <a:xfrm>
            <a:off x="4602694" y="4354107"/>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6F9A06B-1A82-272A-0320-8AE8216B740B}"/>
              </a:ext>
            </a:extLst>
          </p:cNvPr>
          <p:cNvSpPr/>
          <p:nvPr/>
        </p:nvSpPr>
        <p:spPr>
          <a:xfrm>
            <a:off x="2767386" y="1310219"/>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98A350E-AEFD-DD95-FBE6-70FF18E640B8}"/>
              </a:ext>
            </a:extLst>
          </p:cNvPr>
          <p:cNvSpPr/>
          <p:nvPr/>
        </p:nvSpPr>
        <p:spPr>
          <a:xfrm>
            <a:off x="460365" y="17201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931ABAC-0ED1-1FBA-55BF-0AD65F4BC650}"/>
              </a:ext>
            </a:extLst>
          </p:cNvPr>
          <p:cNvSpPr/>
          <p:nvPr/>
        </p:nvSpPr>
        <p:spPr>
          <a:xfrm>
            <a:off x="821789" y="4354107"/>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C075AE7-4796-5D78-DAE7-C6AB8B3A79F2}"/>
              </a:ext>
            </a:extLst>
          </p:cNvPr>
          <p:cNvSpPr/>
          <p:nvPr/>
        </p:nvSpPr>
        <p:spPr>
          <a:xfrm>
            <a:off x="3028643" y="35139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9604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F2C31-FF0A-A4FD-98B4-9BC897747941}"/>
              </a:ext>
            </a:extLst>
          </p:cNvPr>
          <p:cNvSpPr>
            <a:spLocks noGrp="1"/>
          </p:cNvSpPr>
          <p:nvPr>
            <p:ph type="title"/>
          </p:nvPr>
        </p:nvSpPr>
        <p:spPr>
          <a:xfrm>
            <a:off x="6459794" y="365760"/>
            <a:ext cx="4894006" cy="1325880"/>
          </a:xfrm>
        </p:spPr>
        <p:txBody>
          <a:bodyPr/>
          <a:lstStyle/>
          <a:p>
            <a:r>
              <a:rPr lang="en-US"/>
              <a:t>So a 3D model of a cube is really just…</a:t>
            </a:r>
          </a:p>
        </p:txBody>
      </p:sp>
      <p:sp>
        <p:nvSpPr>
          <p:cNvPr id="3" name="Content Placeholder 2">
            <a:extLst>
              <a:ext uri="{FF2B5EF4-FFF2-40B4-BE49-F238E27FC236}">
                <a16:creationId xmlns:a16="http://schemas.microsoft.com/office/drawing/2014/main" id="{8CB52A63-5274-E7E8-D213-7D8FB1880B5E}"/>
              </a:ext>
            </a:extLst>
          </p:cNvPr>
          <p:cNvSpPr>
            <a:spLocks noGrp="1"/>
          </p:cNvSpPr>
          <p:nvPr>
            <p:ph sz="quarter" idx="13"/>
          </p:nvPr>
        </p:nvSpPr>
        <p:spPr/>
        <p:txBody>
          <a:bodyPr/>
          <a:lstStyle/>
          <a:p>
            <a:endParaRPr lang="en-US"/>
          </a:p>
        </p:txBody>
      </p:sp>
      <p:sp>
        <p:nvSpPr>
          <p:cNvPr id="4" name="Content Placeholder 3">
            <a:extLst>
              <a:ext uri="{FF2B5EF4-FFF2-40B4-BE49-F238E27FC236}">
                <a16:creationId xmlns:a16="http://schemas.microsoft.com/office/drawing/2014/main" id="{9F6E0B0B-727A-9B01-7166-C39E18295FDC}"/>
              </a:ext>
            </a:extLst>
          </p:cNvPr>
          <p:cNvSpPr>
            <a:spLocks noGrp="1"/>
          </p:cNvSpPr>
          <p:nvPr>
            <p:ph sz="quarter" idx="14"/>
          </p:nvPr>
        </p:nvSpPr>
        <p:spPr/>
        <p:txBody>
          <a:bodyPr>
            <a:normAutofit/>
          </a:bodyPr>
          <a:lstStyle/>
          <a:p>
            <a:r>
              <a:rPr lang="en-US" sz="2400"/>
              <a:t>(0,0,1)</a:t>
            </a:r>
          </a:p>
          <a:p>
            <a:r>
              <a:rPr lang="en-US" sz="2400"/>
              <a:t>(1,0,1)</a:t>
            </a:r>
          </a:p>
          <a:p>
            <a:r>
              <a:rPr lang="en-US" sz="2400"/>
              <a:t>(1,0,0)</a:t>
            </a:r>
          </a:p>
          <a:p>
            <a:r>
              <a:rPr lang="en-US" sz="2400"/>
              <a:t>(0,0,0)</a:t>
            </a:r>
          </a:p>
          <a:p>
            <a:r>
              <a:rPr lang="en-US" sz="2400"/>
              <a:t>(0,1,0)</a:t>
            </a:r>
          </a:p>
          <a:p>
            <a:r>
              <a:rPr lang="en-US" sz="2400"/>
              <a:t>(1,1,0)</a:t>
            </a:r>
          </a:p>
          <a:p>
            <a:r>
              <a:rPr lang="en-US" sz="2400"/>
              <a:t>(1,1,1)</a:t>
            </a:r>
          </a:p>
          <a:p>
            <a:r>
              <a:rPr lang="en-US" sz="2400"/>
              <a:t>(0,1,1)</a:t>
            </a:r>
          </a:p>
        </p:txBody>
      </p:sp>
      <p:pic>
        <p:nvPicPr>
          <p:cNvPr id="13" name="Picture 2" descr="File:Cube wireframe.stl - Wikimedia Commons">
            <a:extLst>
              <a:ext uri="{FF2B5EF4-FFF2-40B4-BE49-F238E27FC236}">
                <a16:creationId xmlns:a16="http://schemas.microsoft.com/office/drawing/2014/main" id="{0B51300E-6D78-AA27-F007-2161E1C59F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563" r="16563"/>
          <a:stretch>
            <a:fillRect/>
          </a:stretch>
        </p:blipFill>
        <p:spPr bwMode="auto">
          <a:xfrm>
            <a:off x="-28882" y="0"/>
            <a:ext cx="6115050" cy="6858000"/>
          </a:xfrm>
          <a:prstGeom prst="rect">
            <a:avLst/>
          </a:prstGeom>
          <a:noFill/>
          <a:extLst>
            <a:ext uri="{909E8E84-426E-40DD-AFC4-6F175D3DCCD1}">
              <a14:hiddenFill xmlns:a14="http://schemas.microsoft.com/office/drawing/2010/main">
                <a:solidFill>
                  <a:srgbClr val="FFFFFF"/>
                </a:solidFill>
              </a14:hiddenFill>
            </a:ext>
          </a:extLst>
        </p:spPr>
      </p:pic>
      <p:sp>
        <p:nvSpPr>
          <p:cNvPr id="14" name="Oval 13">
            <a:extLst>
              <a:ext uri="{FF2B5EF4-FFF2-40B4-BE49-F238E27FC236}">
                <a16:creationId xmlns:a16="http://schemas.microsoft.com/office/drawing/2014/main" id="{4759CA03-6DEC-0263-327C-4AD96D6FEA01}"/>
              </a:ext>
            </a:extLst>
          </p:cNvPr>
          <p:cNvSpPr/>
          <p:nvPr/>
        </p:nvSpPr>
        <p:spPr>
          <a:xfrm>
            <a:off x="2767386" y="2450592"/>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0650391-7BD7-FFF6-B1DE-EC270BE62790}"/>
              </a:ext>
            </a:extLst>
          </p:cNvPr>
          <p:cNvSpPr/>
          <p:nvPr/>
        </p:nvSpPr>
        <p:spPr>
          <a:xfrm>
            <a:off x="5074407" y="17201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0BED746-26E0-1A1C-AE35-0359A49E34EE}"/>
              </a:ext>
            </a:extLst>
          </p:cNvPr>
          <p:cNvSpPr/>
          <p:nvPr/>
        </p:nvSpPr>
        <p:spPr>
          <a:xfrm>
            <a:off x="2757038" y="5888736"/>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4C48789-9355-DB98-5058-DAB7C476599F}"/>
              </a:ext>
            </a:extLst>
          </p:cNvPr>
          <p:cNvSpPr/>
          <p:nvPr/>
        </p:nvSpPr>
        <p:spPr>
          <a:xfrm>
            <a:off x="4602694" y="4354107"/>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D3541CD-F96D-C911-C6D9-D2053A717295}"/>
              </a:ext>
            </a:extLst>
          </p:cNvPr>
          <p:cNvSpPr/>
          <p:nvPr/>
        </p:nvSpPr>
        <p:spPr>
          <a:xfrm>
            <a:off x="2767386" y="1310219"/>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C42605C-D520-CE3A-197A-FF5CEB8EE539}"/>
              </a:ext>
            </a:extLst>
          </p:cNvPr>
          <p:cNvSpPr/>
          <p:nvPr/>
        </p:nvSpPr>
        <p:spPr>
          <a:xfrm>
            <a:off x="460365" y="17201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7F36374-B11C-ED67-CC82-E904D2E3A1CD}"/>
              </a:ext>
            </a:extLst>
          </p:cNvPr>
          <p:cNvSpPr/>
          <p:nvPr/>
        </p:nvSpPr>
        <p:spPr>
          <a:xfrm>
            <a:off x="821789" y="4354107"/>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89B986A-73D1-95E3-C73F-776B303D1EFC}"/>
              </a:ext>
            </a:extLst>
          </p:cNvPr>
          <p:cNvSpPr/>
          <p:nvPr/>
        </p:nvSpPr>
        <p:spPr>
          <a:xfrm>
            <a:off x="3028643" y="3513923"/>
            <a:ext cx="522514" cy="52251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ADFF54E-E74C-24A8-1E4F-F92EC841AA18}"/>
              </a:ext>
            </a:extLst>
          </p:cNvPr>
          <p:cNvSpPr txBox="1"/>
          <p:nvPr/>
        </p:nvSpPr>
        <p:spPr>
          <a:xfrm>
            <a:off x="2634152" y="844034"/>
            <a:ext cx="917005" cy="369332"/>
          </a:xfrm>
          <a:prstGeom prst="rect">
            <a:avLst/>
          </a:prstGeom>
          <a:noFill/>
        </p:spPr>
        <p:txBody>
          <a:bodyPr wrap="square" rtlCol="0">
            <a:spAutoFit/>
          </a:bodyPr>
          <a:lstStyle/>
          <a:p>
            <a:r>
              <a:rPr lang="en-US">
                <a:solidFill>
                  <a:schemeClr val="bg1"/>
                </a:solidFill>
              </a:rPr>
              <a:t>(0,1,1)</a:t>
            </a:r>
          </a:p>
        </p:txBody>
      </p:sp>
      <p:sp>
        <p:nvSpPr>
          <p:cNvPr id="23" name="TextBox 22">
            <a:extLst>
              <a:ext uri="{FF2B5EF4-FFF2-40B4-BE49-F238E27FC236}">
                <a16:creationId xmlns:a16="http://schemas.microsoft.com/office/drawing/2014/main" id="{718F9B9C-3682-78A2-AE93-385A54B80383}"/>
              </a:ext>
            </a:extLst>
          </p:cNvPr>
          <p:cNvSpPr txBox="1"/>
          <p:nvPr/>
        </p:nvSpPr>
        <p:spPr>
          <a:xfrm>
            <a:off x="4897474" y="1198462"/>
            <a:ext cx="917005" cy="369332"/>
          </a:xfrm>
          <a:prstGeom prst="rect">
            <a:avLst/>
          </a:prstGeom>
          <a:noFill/>
        </p:spPr>
        <p:txBody>
          <a:bodyPr wrap="square" rtlCol="0">
            <a:spAutoFit/>
          </a:bodyPr>
          <a:lstStyle/>
          <a:p>
            <a:r>
              <a:rPr lang="en-US">
                <a:solidFill>
                  <a:schemeClr val="bg1"/>
                </a:solidFill>
              </a:rPr>
              <a:t>(1,1,1)</a:t>
            </a:r>
          </a:p>
        </p:txBody>
      </p:sp>
      <p:sp>
        <p:nvSpPr>
          <p:cNvPr id="24" name="TextBox 23">
            <a:extLst>
              <a:ext uri="{FF2B5EF4-FFF2-40B4-BE49-F238E27FC236}">
                <a16:creationId xmlns:a16="http://schemas.microsoft.com/office/drawing/2014/main" id="{F140F20D-20D0-528D-B96D-821C459BB8BE}"/>
              </a:ext>
            </a:extLst>
          </p:cNvPr>
          <p:cNvSpPr txBox="1"/>
          <p:nvPr/>
        </p:nvSpPr>
        <p:spPr>
          <a:xfrm>
            <a:off x="319013" y="1188069"/>
            <a:ext cx="917005" cy="369332"/>
          </a:xfrm>
          <a:prstGeom prst="rect">
            <a:avLst/>
          </a:prstGeom>
          <a:noFill/>
        </p:spPr>
        <p:txBody>
          <a:bodyPr wrap="square" rtlCol="0">
            <a:spAutoFit/>
          </a:bodyPr>
          <a:lstStyle/>
          <a:p>
            <a:r>
              <a:rPr lang="en-US">
                <a:solidFill>
                  <a:schemeClr val="bg1"/>
                </a:solidFill>
              </a:rPr>
              <a:t>(0,0,1)</a:t>
            </a:r>
          </a:p>
        </p:txBody>
      </p:sp>
      <p:sp>
        <p:nvSpPr>
          <p:cNvPr id="25" name="TextBox 24">
            <a:extLst>
              <a:ext uri="{FF2B5EF4-FFF2-40B4-BE49-F238E27FC236}">
                <a16:creationId xmlns:a16="http://schemas.microsoft.com/office/drawing/2014/main" id="{C5F03534-024D-F4AA-C5F4-FEF6B0D1B38D}"/>
              </a:ext>
            </a:extLst>
          </p:cNvPr>
          <p:cNvSpPr txBox="1"/>
          <p:nvPr/>
        </p:nvSpPr>
        <p:spPr>
          <a:xfrm>
            <a:off x="5040332" y="4017112"/>
            <a:ext cx="917005" cy="369332"/>
          </a:xfrm>
          <a:prstGeom prst="rect">
            <a:avLst/>
          </a:prstGeom>
          <a:noFill/>
        </p:spPr>
        <p:txBody>
          <a:bodyPr wrap="square" rtlCol="0">
            <a:spAutoFit/>
          </a:bodyPr>
          <a:lstStyle/>
          <a:p>
            <a:r>
              <a:rPr lang="en-US">
                <a:solidFill>
                  <a:schemeClr val="bg1"/>
                </a:solidFill>
              </a:rPr>
              <a:t>(1,1,0)</a:t>
            </a:r>
          </a:p>
        </p:txBody>
      </p:sp>
      <p:sp>
        <p:nvSpPr>
          <p:cNvPr id="26" name="TextBox 25">
            <a:extLst>
              <a:ext uri="{FF2B5EF4-FFF2-40B4-BE49-F238E27FC236}">
                <a16:creationId xmlns:a16="http://schemas.microsoft.com/office/drawing/2014/main" id="{6F163360-4F67-4C5B-0CE7-F0F4747356EF}"/>
              </a:ext>
            </a:extLst>
          </p:cNvPr>
          <p:cNvSpPr txBox="1"/>
          <p:nvPr/>
        </p:nvSpPr>
        <p:spPr>
          <a:xfrm>
            <a:off x="3308892" y="3176928"/>
            <a:ext cx="917005" cy="369332"/>
          </a:xfrm>
          <a:prstGeom prst="rect">
            <a:avLst/>
          </a:prstGeom>
          <a:noFill/>
        </p:spPr>
        <p:txBody>
          <a:bodyPr wrap="square" rtlCol="0">
            <a:spAutoFit/>
          </a:bodyPr>
          <a:lstStyle/>
          <a:p>
            <a:r>
              <a:rPr lang="en-US">
                <a:solidFill>
                  <a:schemeClr val="bg1"/>
                </a:solidFill>
              </a:rPr>
              <a:t>(0,1,0)</a:t>
            </a:r>
          </a:p>
        </p:txBody>
      </p:sp>
      <p:sp>
        <p:nvSpPr>
          <p:cNvPr id="27" name="TextBox 26">
            <a:extLst>
              <a:ext uri="{FF2B5EF4-FFF2-40B4-BE49-F238E27FC236}">
                <a16:creationId xmlns:a16="http://schemas.microsoft.com/office/drawing/2014/main" id="{2B38109C-ACB2-4F84-27F1-59A23B3060A1}"/>
              </a:ext>
            </a:extLst>
          </p:cNvPr>
          <p:cNvSpPr txBox="1"/>
          <p:nvPr/>
        </p:nvSpPr>
        <p:spPr>
          <a:xfrm>
            <a:off x="3308892" y="5949107"/>
            <a:ext cx="917005" cy="369332"/>
          </a:xfrm>
          <a:prstGeom prst="rect">
            <a:avLst/>
          </a:prstGeom>
          <a:noFill/>
        </p:spPr>
        <p:txBody>
          <a:bodyPr wrap="square" rtlCol="0">
            <a:spAutoFit/>
          </a:bodyPr>
          <a:lstStyle/>
          <a:p>
            <a:r>
              <a:rPr lang="en-US">
                <a:solidFill>
                  <a:schemeClr val="bg1"/>
                </a:solidFill>
              </a:rPr>
              <a:t>(1,0,0)</a:t>
            </a:r>
          </a:p>
        </p:txBody>
      </p:sp>
      <p:sp>
        <p:nvSpPr>
          <p:cNvPr id="28" name="TextBox 27">
            <a:extLst>
              <a:ext uri="{FF2B5EF4-FFF2-40B4-BE49-F238E27FC236}">
                <a16:creationId xmlns:a16="http://schemas.microsoft.com/office/drawing/2014/main" id="{677EF3F0-AF89-C762-9FE9-C9B391DE4105}"/>
              </a:ext>
            </a:extLst>
          </p:cNvPr>
          <p:cNvSpPr txBox="1"/>
          <p:nvPr/>
        </p:nvSpPr>
        <p:spPr>
          <a:xfrm>
            <a:off x="1126120" y="3908708"/>
            <a:ext cx="917005" cy="369332"/>
          </a:xfrm>
          <a:prstGeom prst="rect">
            <a:avLst/>
          </a:prstGeom>
          <a:noFill/>
        </p:spPr>
        <p:txBody>
          <a:bodyPr wrap="square" rtlCol="0">
            <a:spAutoFit/>
          </a:bodyPr>
          <a:lstStyle/>
          <a:p>
            <a:r>
              <a:rPr lang="en-US">
                <a:solidFill>
                  <a:schemeClr val="bg1"/>
                </a:solidFill>
              </a:rPr>
              <a:t>(0,0,0)</a:t>
            </a:r>
          </a:p>
        </p:txBody>
      </p:sp>
      <p:sp>
        <p:nvSpPr>
          <p:cNvPr id="29" name="TextBox 28">
            <a:extLst>
              <a:ext uri="{FF2B5EF4-FFF2-40B4-BE49-F238E27FC236}">
                <a16:creationId xmlns:a16="http://schemas.microsoft.com/office/drawing/2014/main" id="{A05F62C1-7C20-22FE-772C-04E5A64612E1}"/>
              </a:ext>
            </a:extLst>
          </p:cNvPr>
          <p:cNvSpPr txBox="1"/>
          <p:nvPr/>
        </p:nvSpPr>
        <p:spPr>
          <a:xfrm>
            <a:off x="2985735" y="1992337"/>
            <a:ext cx="917005" cy="369332"/>
          </a:xfrm>
          <a:prstGeom prst="rect">
            <a:avLst/>
          </a:prstGeom>
          <a:noFill/>
        </p:spPr>
        <p:txBody>
          <a:bodyPr wrap="square" rtlCol="0">
            <a:spAutoFit/>
          </a:bodyPr>
          <a:lstStyle/>
          <a:p>
            <a:r>
              <a:rPr lang="en-US">
                <a:solidFill>
                  <a:schemeClr val="bg1"/>
                </a:solidFill>
              </a:rPr>
              <a:t>(1,0,1)</a:t>
            </a:r>
          </a:p>
        </p:txBody>
      </p:sp>
    </p:spTree>
    <p:extLst>
      <p:ext uri="{BB962C8B-B14F-4D97-AF65-F5344CB8AC3E}">
        <p14:creationId xmlns:p14="http://schemas.microsoft.com/office/powerpoint/2010/main" val="1215332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838201" y="448056"/>
            <a:ext cx="6172200" cy="1581912"/>
          </a:xfrm>
        </p:spPr>
        <p:txBody>
          <a:bodyPr anchor="b">
            <a:normAutofit/>
          </a:bodyPr>
          <a:lstStyle/>
          <a:p>
            <a:r>
              <a:rPr lang="en-US"/>
              <a:t>Except we don’t usually use 4 sided polygons</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sz="quarter" idx="14"/>
          </p:nvPr>
        </p:nvSpPr>
        <p:spPr>
          <a:xfrm>
            <a:off x="838200" y="2257063"/>
            <a:ext cx="4894006" cy="3904906"/>
          </a:xfrm>
        </p:spPr>
        <p:txBody>
          <a:bodyPr>
            <a:normAutofit/>
          </a:bodyPr>
          <a:lstStyle/>
          <a:p>
            <a:r>
              <a:rPr lang="en-US" sz="3200" dirty="0"/>
              <a:t>For a bunch of different reasons, 3D modelers / Game Devs prefer 3 sided polygons.</a:t>
            </a:r>
          </a:p>
        </p:txBody>
      </p:sp>
      <p:pic>
        <p:nvPicPr>
          <p:cNvPr id="5122" name="Picture 2" descr="3D Topology – Jessi">
            <a:extLst>
              <a:ext uri="{FF2B5EF4-FFF2-40B4-BE49-F238E27FC236}">
                <a16:creationId xmlns:a16="http://schemas.microsoft.com/office/drawing/2014/main" id="{3E9289BE-23FD-D795-1B22-9553C5BBE7D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0938" y="2091829"/>
            <a:ext cx="4714875" cy="2652117"/>
          </a:xfrm>
          <a:prstGeom prst="rect">
            <a:avLst/>
          </a:prstGeom>
          <a:solidFill>
            <a:srgbClr val="FFFFFF"/>
          </a:solidFill>
        </p:spPr>
      </p:pic>
    </p:spTree>
    <p:extLst>
      <p:ext uri="{BB962C8B-B14F-4D97-AF65-F5344CB8AC3E}">
        <p14:creationId xmlns:p14="http://schemas.microsoft.com/office/powerpoint/2010/main" val="3759910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dirty="0"/>
              <a:t>for ½ of a side, we have this matrix</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pPr marL="0" indent="0">
              <a:buNone/>
            </a:pPr>
            <a:r>
              <a:rPr lang="en-US" sz="4800"/>
              <a:t>[0, 0, 1, 1]</a:t>
            </a:r>
          </a:p>
          <a:p>
            <a:pPr marL="0" indent="0">
              <a:buNone/>
            </a:pPr>
            <a:r>
              <a:rPr lang="en-US" sz="4800"/>
              <a:t>[0, 0, 0, 1]</a:t>
            </a:r>
          </a:p>
          <a:p>
            <a:pPr marL="0" indent="0">
              <a:buNone/>
            </a:pPr>
            <a:r>
              <a:rPr lang="en-US" sz="4800"/>
              <a:t>[1, 0, 0, 1]</a:t>
            </a:r>
          </a:p>
          <a:p>
            <a:pPr marL="0" indent="0">
              <a:buNone/>
            </a:pPr>
            <a:r>
              <a:rPr lang="en-US" sz="4800"/>
              <a:t>[1, 1, 1, 1]</a:t>
            </a:r>
          </a:p>
          <a:p>
            <a:pPr marL="0" indent="0">
              <a:buNone/>
            </a:pPr>
            <a:r>
              <a:rPr lang="en-US" sz="3200"/>
              <a:t> </a:t>
            </a:r>
          </a:p>
        </p:txBody>
      </p:sp>
      <p:sp>
        <p:nvSpPr>
          <p:cNvPr id="3" name="TextBox 2">
            <a:extLst>
              <a:ext uri="{FF2B5EF4-FFF2-40B4-BE49-F238E27FC236}">
                <a16:creationId xmlns:a16="http://schemas.microsoft.com/office/drawing/2014/main" id="{70B82F3B-3854-08F6-A4BF-397EFD2EFC4D}"/>
              </a:ext>
            </a:extLst>
          </p:cNvPr>
          <p:cNvSpPr txBox="1"/>
          <p:nvPr/>
        </p:nvSpPr>
        <p:spPr>
          <a:xfrm>
            <a:off x="5559972" y="1776248"/>
            <a:ext cx="5265683" cy="3416320"/>
          </a:xfrm>
          <a:prstGeom prst="rect">
            <a:avLst/>
          </a:prstGeom>
          <a:noFill/>
        </p:spPr>
        <p:txBody>
          <a:bodyPr wrap="square" rtlCol="0">
            <a:spAutoFit/>
          </a:bodyPr>
          <a:lstStyle/>
          <a:p>
            <a:r>
              <a:rPr lang="en-US" dirty="0"/>
              <a:t>And this doesn’t include UVWST coordinates.</a:t>
            </a:r>
          </a:p>
          <a:p>
            <a:endParaRPr lang="en-US" dirty="0"/>
          </a:p>
          <a:p>
            <a:r>
              <a:rPr lang="en-US" dirty="0"/>
              <a:t>Each vertex is actually X, Y, Z, U, V, W, S, T</a:t>
            </a:r>
          </a:p>
          <a:p>
            <a:endParaRPr lang="en-US" dirty="0"/>
          </a:p>
          <a:p>
            <a:r>
              <a:rPr lang="en-US" dirty="0"/>
              <a:t>Most modern game models have hundreds of thousands of triangle polygons.</a:t>
            </a:r>
          </a:p>
          <a:p>
            <a:endParaRPr lang="en-US" dirty="0"/>
          </a:p>
          <a:p>
            <a:r>
              <a:rPr lang="en-US" dirty="0"/>
              <a:t>And the calculations involved in just rotating a simple cube can get incredibly complex.</a:t>
            </a:r>
          </a:p>
          <a:p>
            <a:endParaRPr lang="en-US" dirty="0"/>
          </a:p>
          <a:p>
            <a:r>
              <a:rPr lang="en-US" dirty="0"/>
              <a:t>The math is simple (adding, subtracting and multiplying), but you have to do A LOT of them.</a:t>
            </a:r>
          </a:p>
        </p:txBody>
      </p:sp>
    </p:spTree>
    <p:extLst>
      <p:ext uri="{BB962C8B-B14F-4D97-AF65-F5344CB8AC3E}">
        <p14:creationId xmlns:p14="http://schemas.microsoft.com/office/powerpoint/2010/main" val="283751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Because C++ let’s us have a lot of control…</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We can fine tune our code to best take advantage of memory and the direct power of processors to handle things more quickly and efficiently.</a:t>
            </a:r>
          </a:p>
          <a:p>
            <a:r>
              <a:rPr lang="en-US" sz="3200"/>
              <a:t>This is slightly less important as we have drastically more powerful machines, but often, a lot of small inefficiencies add up.</a:t>
            </a:r>
          </a:p>
        </p:txBody>
      </p:sp>
    </p:spTree>
    <p:extLst>
      <p:ext uri="{BB962C8B-B14F-4D97-AF65-F5344CB8AC3E}">
        <p14:creationId xmlns:p14="http://schemas.microsoft.com/office/powerpoint/2010/main" val="298519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An example</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dirty="0"/>
              <a:t>Each Boolean variable takes up a whole byte in memory, even though it’s only ever true or false: </a:t>
            </a:r>
          </a:p>
          <a:p>
            <a:pPr lvl="4"/>
            <a:r>
              <a:rPr lang="en-US" sz="3200" dirty="0"/>
              <a:t>0000 0000 or 0000 0001</a:t>
            </a:r>
          </a:p>
          <a:p>
            <a:pPr lvl="4"/>
            <a:r>
              <a:rPr lang="en-US" sz="3200" dirty="0"/>
              <a:t>Though some tricks that we can use because of the low-level nature of C++, we can combine 8 different Booleans into 1 byte</a:t>
            </a:r>
          </a:p>
          <a:p>
            <a:pPr lvl="4"/>
            <a:r>
              <a:rPr lang="en-US" sz="3200" dirty="0"/>
              <a:t>1011 1001</a:t>
            </a:r>
          </a:p>
        </p:txBody>
      </p:sp>
    </p:spTree>
    <p:extLst>
      <p:ext uri="{BB962C8B-B14F-4D97-AF65-F5344CB8AC3E}">
        <p14:creationId xmlns:p14="http://schemas.microsoft.com/office/powerpoint/2010/main" val="593622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2BC00D-22E2-BD42-106F-C628044623BE}"/>
              </a:ext>
            </a:extLst>
          </p:cNvPr>
          <p:cNvSpPr>
            <a:spLocks noGrp="1"/>
          </p:cNvSpPr>
          <p:nvPr>
            <p:ph type="ctrTitle"/>
          </p:nvPr>
        </p:nvSpPr>
        <p:spPr/>
        <p:txBody>
          <a:bodyPr/>
          <a:lstStyle/>
          <a:p>
            <a:r>
              <a:rPr lang="en-US" dirty="0"/>
              <a:t>Ok, we get it. C++ does things fast</a:t>
            </a:r>
          </a:p>
        </p:txBody>
      </p:sp>
    </p:spTree>
    <p:extLst>
      <p:ext uri="{BB962C8B-B14F-4D97-AF65-F5344CB8AC3E}">
        <p14:creationId xmlns:p14="http://schemas.microsoft.com/office/powerpoint/2010/main" val="1948426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385CC8-CBB6-447D-496E-C6869B063467}"/>
              </a:ext>
            </a:extLst>
          </p:cNvPr>
          <p:cNvSpPr>
            <a:spLocks noGrp="1"/>
          </p:cNvSpPr>
          <p:nvPr>
            <p:ph type="ctrTitle"/>
          </p:nvPr>
        </p:nvSpPr>
        <p:spPr/>
        <p:txBody>
          <a:bodyPr/>
          <a:lstStyle/>
          <a:p>
            <a:r>
              <a:rPr lang="en-US"/>
              <a:t>https://cpp.sh/</a:t>
            </a:r>
          </a:p>
        </p:txBody>
      </p:sp>
    </p:spTree>
    <p:extLst>
      <p:ext uri="{BB962C8B-B14F-4D97-AF65-F5344CB8AC3E}">
        <p14:creationId xmlns:p14="http://schemas.microsoft.com/office/powerpoint/2010/main" val="683443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2E24-0190-9481-55E6-8FF4E7243892}"/>
              </a:ext>
            </a:extLst>
          </p:cNvPr>
          <p:cNvSpPr>
            <a:spLocks noGrp="1"/>
          </p:cNvSpPr>
          <p:nvPr>
            <p:ph type="title"/>
          </p:nvPr>
        </p:nvSpPr>
        <p:spPr/>
        <p:txBody>
          <a:bodyPr/>
          <a:lstStyle/>
          <a:p>
            <a:r>
              <a:rPr lang="en-US"/>
              <a:t>How a C++ File is processed</a:t>
            </a:r>
          </a:p>
        </p:txBody>
      </p:sp>
      <p:sp>
        <p:nvSpPr>
          <p:cNvPr id="3" name="Picture Placeholder 2">
            <a:extLst>
              <a:ext uri="{FF2B5EF4-FFF2-40B4-BE49-F238E27FC236}">
                <a16:creationId xmlns:a16="http://schemas.microsoft.com/office/drawing/2014/main" id="{C543F17D-1849-BCC2-EFF7-5C0079531104}"/>
              </a:ext>
            </a:extLst>
          </p:cNvPr>
          <p:cNvSpPr>
            <a:spLocks noGrp="1"/>
          </p:cNvSpPr>
          <p:nvPr>
            <p:ph type="pic" sz="quarter" idx="10"/>
          </p:nvPr>
        </p:nvSpPr>
        <p:spPr/>
        <p:txBody>
          <a:bodyPr/>
          <a:lstStyle/>
          <a:p>
            <a:endParaRPr lang="en-US"/>
          </a:p>
        </p:txBody>
      </p:sp>
      <p:sp>
        <p:nvSpPr>
          <p:cNvPr id="4" name="Content Placeholder 3">
            <a:extLst>
              <a:ext uri="{FF2B5EF4-FFF2-40B4-BE49-F238E27FC236}">
                <a16:creationId xmlns:a16="http://schemas.microsoft.com/office/drawing/2014/main" id="{70F4CEA8-21B5-42C3-5C60-E7405CDF2760}"/>
              </a:ext>
            </a:extLst>
          </p:cNvPr>
          <p:cNvSpPr>
            <a:spLocks noGrp="1"/>
          </p:cNvSpPr>
          <p:nvPr>
            <p:ph idx="1"/>
          </p:nvPr>
        </p:nvSpPr>
        <p:spPr/>
        <p:txBody>
          <a:bodyPr>
            <a:normAutofit/>
          </a:bodyPr>
          <a:lstStyle/>
          <a:p>
            <a:r>
              <a:rPr lang="en-US" sz="3200"/>
              <a:t>Before learning the language, we need to know a bit about how a C++ file is actually run.</a:t>
            </a:r>
          </a:p>
          <a:p>
            <a:r>
              <a:rPr lang="en-US" sz="3200"/>
              <a:t>C++ is a compiled language, which means it has to be fully processed before running</a:t>
            </a:r>
          </a:p>
        </p:txBody>
      </p:sp>
      <p:sp>
        <p:nvSpPr>
          <p:cNvPr id="5" name="Rectangle 4">
            <a:extLst>
              <a:ext uri="{FF2B5EF4-FFF2-40B4-BE49-F238E27FC236}">
                <a16:creationId xmlns:a16="http://schemas.microsoft.com/office/drawing/2014/main" id="{8D8CC2F6-1EA3-6623-81FF-12C4F39C6731}"/>
              </a:ext>
            </a:extLst>
          </p:cNvPr>
          <p:cNvSpPr/>
          <p:nvPr/>
        </p:nvSpPr>
        <p:spPr>
          <a:xfrm>
            <a:off x="1275239" y="466344"/>
            <a:ext cx="1384663" cy="822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Editor</a:t>
            </a:r>
          </a:p>
        </p:txBody>
      </p:sp>
      <p:cxnSp>
        <p:nvCxnSpPr>
          <p:cNvPr id="7" name="Straight Arrow Connector 6">
            <a:extLst>
              <a:ext uri="{FF2B5EF4-FFF2-40B4-BE49-F238E27FC236}">
                <a16:creationId xmlns:a16="http://schemas.microsoft.com/office/drawing/2014/main" id="{2C195B02-14CB-89E1-B40B-688EF6D2BFFA}"/>
              </a:ext>
            </a:extLst>
          </p:cNvPr>
          <p:cNvCxnSpPr>
            <a:cxnSpLocks/>
            <a:endCxn id="8" idx="0"/>
          </p:cNvCxnSpPr>
          <p:nvPr/>
        </p:nvCxnSpPr>
        <p:spPr>
          <a:xfrm>
            <a:off x="1954924" y="937894"/>
            <a:ext cx="12647" cy="60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C6896AE4-F413-D11D-D40F-FC740A75C7DA}"/>
              </a:ext>
            </a:extLst>
          </p:cNvPr>
          <p:cNvSpPr/>
          <p:nvPr/>
        </p:nvSpPr>
        <p:spPr>
          <a:xfrm>
            <a:off x="1275239" y="1540822"/>
            <a:ext cx="1384663" cy="65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Source Code</a:t>
            </a:r>
          </a:p>
        </p:txBody>
      </p:sp>
      <p:sp>
        <p:nvSpPr>
          <p:cNvPr id="10" name="Rectangle 9">
            <a:extLst>
              <a:ext uri="{FF2B5EF4-FFF2-40B4-BE49-F238E27FC236}">
                <a16:creationId xmlns:a16="http://schemas.microsoft.com/office/drawing/2014/main" id="{80A2D363-127D-26A7-78F3-32FCB2445EED}"/>
              </a:ext>
            </a:extLst>
          </p:cNvPr>
          <p:cNvSpPr/>
          <p:nvPr/>
        </p:nvSpPr>
        <p:spPr>
          <a:xfrm>
            <a:off x="1042660" y="2690648"/>
            <a:ext cx="1849821" cy="45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Compiler</a:t>
            </a:r>
          </a:p>
        </p:txBody>
      </p:sp>
      <p:cxnSp>
        <p:nvCxnSpPr>
          <p:cNvPr id="12" name="Straight Arrow Connector 11">
            <a:extLst>
              <a:ext uri="{FF2B5EF4-FFF2-40B4-BE49-F238E27FC236}">
                <a16:creationId xmlns:a16="http://schemas.microsoft.com/office/drawing/2014/main" id="{7F2DA1F9-486D-4E66-D8B2-A46F2C4A5222}"/>
              </a:ext>
            </a:extLst>
          </p:cNvPr>
          <p:cNvCxnSpPr>
            <a:cxnSpLocks/>
            <a:stCxn id="8" idx="2"/>
            <a:endCxn id="10" idx="0"/>
          </p:cNvCxnSpPr>
          <p:nvPr/>
        </p:nvCxnSpPr>
        <p:spPr>
          <a:xfrm>
            <a:off x="1967571" y="2192464"/>
            <a:ext cx="0" cy="498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78229AC-9D83-D923-6F53-FD00DCB3E0B5}"/>
              </a:ext>
            </a:extLst>
          </p:cNvPr>
          <p:cNvSpPr/>
          <p:nvPr/>
        </p:nvSpPr>
        <p:spPr>
          <a:xfrm>
            <a:off x="1203802" y="3593808"/>
            <a:ext cx="1531023" cy="5815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Machine Language</a:t>
            </a:r>
          </a:p>
        </p:txBody>
      </p:sp>
      <p:cxnSp>
        <p:nvCxnSpPr>
          <p:cNvPr id="17" name="Straight Arrow Connector 16">
            <a:extLst>
              <a:ext uri="{FF2B5EF4-FFF2-40B4-BE49-F238E27FC236}">
                <a16:creationId xmlns:a16="http://schemas.microsoft.com/office/drawing/2014/main" id="{4B799B19-8DDD-598B-681F-479770D21D72}"/>
              </a:ext>
            </a:extLst>
          </p:cNvPr>
          <p:cNvCxnSpPr>
            <a:stCxn id="10" idx="2"/>
            <a:endCxn id="15" idx="0"/>
          </p:cNvCxnSpPr>
          <p:nvPr/>
        </p:nvCxnSpPr>
        <p:spPr>
          <a:xfrm>
            <a:off x="1967571" y="3142593"/>
            <a:ext cx="1743" cy="45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D3A9DAC-888D-00C4-EB75-8E563B34FA69}"/>
              </a:ext>
            </a:extLst>
          </p:cNvPr>
          <p:cNvSpPr/>
          <p:nvPr/>
        </p:nvSpPr>
        <p:spPr>
          <a:xfrm>
            <a:off x="1042660" y="4435366"/>
            <a:ext cx="1849821" cy="58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Linker</a:t>
            </a:r>
          </a:p>
        </p:txBody>
      </p:sp>
      <p:sp>
        <p:nvSpPr>
          <p:cNvPr id="20" name="Hexagon 19">
            <a:extLst>
              <a:ext uri="{FF2B5EF4-FFF2-40B4-BE49-F238E27FC236}">
                <a16:creationId xmlns:a16="http://schemas.microsoft.com/office/drawing/2014/main" id="{8FAC7A31-FAAB-7F1C-5F11-82A15DEBAC80}"/>
              </a:ext>
            </a:extLst>
          </p:cNvPr>
          <p:cNvSpPr/>
          <p:nvPr/>
        </p:nvSpPr>
        <p:spPr>
          <a:xfrm>
            <a:off x="955065" y="5578579"/>
            <a:ext cx="2025009" cy="93678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Executable File</a:t>
            </a:r>
          </a:p>
        </p:txBody>
      </p:sp>
      <p:cxnSp>
        <p:nvCxnSpPr>
          <p:cNvPr id="22" name="Straight Arrow Connector 21">
            <a:extLst>
              <a:ext uri="{FF2B5EF4-FFF2-40B4-BE49-F238E27FC236}">
                <a16:creationId xmlns:a16="http://schemas.microsoft.com/office/drawing/2014/main" id="{B65B7343-A7DA-1540-0250-EA8A0F25E054}"/>
              </a:ext>
            </a:extLst>
          </p:cNvPr>
          <p:cNvCxnSpPr>
            <a:stCxn id="18" idx="2"/>
          </p:cNvCxnSpPr>
          <p:nvPr/>
        </p:nvCxnSpPr>
        <p:spPr>
          <a:xfrm flipH="1">
            <a:off x="1967570" y="5016903"/>
            <a:ext cx="1" cy="6691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35D4050-3ECF-2275-7C96-12913886D33F}"/>
              </a:ext>
            </a:extLst>
          </p:cNvPr>
          <p:cNvCxnSpPr>
            <a:stCxn id="15" idx="4"/>
            <a:endCxn id="18" idx="0"/>
          </p:cNvCxnSpPr>
          <p:nvPr/>
        </p:nvCxnSpPr>
        <p:spPr>
          <a:xfrm flipH="1">
            <a:off x="1967571" y="4175345"/>
            <a:ext cx="1743" cy="260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0996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33BD6-3602-C106-7A05-72882361B07A}"/>
              </a:ext>
            </a:extLst>
          </p:cNvPr>
          <p:cNvSpPr>
            <a:spLocks noGrp="1"/>
          </p:cNvSpPr>
          <p:nvPr>
            <p:ph type="title"/>
          </p:nvPr>
        </p:nvSpPr>
        <p:spPr/>
        <p:txBody>
          <a:bodyPr/>
          <a:lstStyle/>
          <a:p>
            <a:r>
              <a:rPr lang="en-US"/>
              <a:t>Compiled vs. Interpreted Languages</a:t>
            </a:r>
          </a:p>
        </p:txBody>
      </p:sp>
      <p:sp>
        <p:nvSpPr>
          <p:cNvPr id="3" name="Content Placeholder 2">
            <a:extLst>
              <a:ext uri="{FF2B5EF4-FFF2-40B4-BE49-F238E27FC236}">
                <a16:creationId xmlns:a16="http://schemas.microsoft.com/office/drawing/2014/main" id="{F28F93F1-E638-E318-8FC7-468C60A505A5}"/>
              </a:ext>
            </a:extLst>
          </p:cNvPr>
          <p:cNvSpPr>
            <a:spLocks noGrp="1"/>
          </p:cNvSpPr>
          <p:nvPr>
            <p:ph sz="quarter" idx="15"/>
          </p:nvPr>
        </p:nvSpPr>
        <p:spPr/>
        <p:txBody>
          <a:bodyPr/>
          <a:lstStyle/>
          <a:p>
            <a:r>
              <a:rPr lang="en-US"/>
              <a:t>Compiled:</a:t>
            </a:r>
          </a:p>
          <a:p>
            <a:pPr marL="285750" indent="-285750">
              <a:buFont typeface="Arial" panose="020B0604020202020204" pitchFamily="34" charset="0"/>
              <a:buChar char="•"/>
            </a:pPr>
            <a:r>
              <a:rPr lang="en-US"/>
              <a:t>Code is converted directly into machine code, which the processor can then execute.</a:t>
            </a:r>
          </a:p>
          <a:p>
            <a:pPr marL="285750" indent="-285750">
              <a:buFont typeface="Arial" panose="020B0604020202020204" pitchFamily="34" charset="0"/>
              <a:buChar char="•"/>
            </a:pPr>
            <a:r>
              <a:rPr lang="en-US"/>
              <a:t>This results in faster and more efficient code that can be executed multiple times. </a:t>
            </a:r>
          </a:p>
          <a:p>
            <a:pPr marL="285750" indent="-285750">
              <a:buFont typeface="Arial" panose="020B0604020202020204" pitchFamily="34" charset="0"/>
              <a:buChar char="•"/>
            </a:pPr>
            <a:r>
              <a:rPr lang="en-US"/>
              <a:t>Compiled programs can only run on computers with the same architecture as the computer they were compiled on.</a:t>
            </a:r>
          </a:p>
        </p:txBody>
      </p:sp>
      <p:sp>
        <p:nvSpPr>
          <p:cNvPr id="4" name="Content Placeholder 3">
            <a:extLst>
              <a:ext uri="{FF2B5EF4-FFF2-40B4-BE49-F238E27FC236}">
                <a16:creationId xmlns:a16="http://schemas.microsoft.com/office/drawing/2014/main" id="{127C6B4E-3DC1-E68F-EC3A-D5026ECFE0A6}"/>
              </a:ext>
            </a:extLst>
          </p:cNvPr>
          <p:cNvSpPr>
            <a:spLocks noGrp="1"/>
          </p:cNvSpPr>
          <p:nvPr>
            <p:ph sz="quarter" idx="16"/>
          </p:nvPr>
        </p:nvSpPr>
        <p:spPr/>
        <p:txBody>
          <a:bodyPr/>
          <a:lstStyle/>
          <a:p>
            <a:r>
              <a:rPr lang="en-US"/>
              <a:t>Interpreted:</a:t>
            </a:r>
          </a:p>
          <a:p>
            <a:pPr marL="285750" indent="-285750">
              <a:buFont typeface="Arial" panose="020B0604020202020204" pitchFamily="34" charset="0"/>
              <a:buChar char="•"/>
            </a:pPr>
            <a:r>
              <a:rPr lang="en-US"/>
              <a:t>Code is translated and executed line by line each time the program is run. </a:t>
            </a:r>
          </a:p>
          <a:p>
            <a:pPr marL="285750" indent="-285750">
              <a:buFont typeface="Arial" panose="020B0604020202020204" pitchFamily="34" charset="0"/>
              <a:buChar char="•"/>
            </a:pPr>
            <a:r>
              <a:rPr lang="en-US"/>
              <a:t>This makes it easier and quicker to develop and test code. </a:t>
            </a:r>
          </a:p>
          <a:p>
            <a:pPr marL="285750" indent="-285750">
              <a:buFont typeface="Arial" panose="020B0604020202020204" pitchFamily="34" charset="0"/>
              <a:buChar char="•"/>
            </a:pPr>
            <a:r>
              <a:rPr lang="en-US"/>
              <a:t>Less efficient than compiled programs because they need to be translated every time they are run.</a:t>
            </a:r>
          </a:p>
        </p:txBody>
      </p:sp>
    </p:spTree>
    <p:extLst>
      <p:ext uri="{BB962C8B-B14F-4D97-AF65-F5344CB8AC3E}">
        <p14:creationId xmlns:p14="http://schemas.microsoft.com/office/powerpoint/2010/main" val="2029431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B664-1AD0-3EAC-A0EC-3ADBA6C9BCA2}"/>
              </a:ext>
            </a:extLst>
          </p:cNvPr>
          <p:cNvSpPr>
            <a:spLocks noGrp="1"/>
          </p:cNvSpPr>
          <p:nvPr>
            <p:ph type="title"/>
          </p:nvPr>
        </p:nvSpPr>
        <p:spPr>
          <a:xfrm>
            <a:off x="838200" y="365760"/>
            <a:ext cx="10515600" cy="1325880"/>
          </a:xfrm>
        </p:spPr>
        <p:txBody>
          <a:bodyPr anchor="ctr">
            <a:normAutofit/>
          </a:bodyPr>
          <a:lstStyle/>
          <a:p>
            <a:r>
              <a:rPr lang="en-US"/>
              <a:t>Compiled Languages</a:t>
            </a:r>
          </a:p>
        </p:txBody>
      </p:sp>
      <p:pic>
        <p:nvPicPr>
          <p:cNvPr id="11266" name="Picture 2" descr="Leaving &quot;Dattebayo&quot; Untranslated: NARUTO Editor and Translator Share the  Complex Challenges Involved in the Manga's Localization | NARUTO OFFICIAL  SITE (NARUTO &amp; BORUTO)">
            <a:extLst>
              <a:ext uri="{FF2B5EF4-FFF2-40B4-BE49-F238E27FC236}">
                <a16:creationId xmlns:a16="http://schemas.microsoft.com/office/drawing/2014/main" id="{981B4918-A6B8-7059-2B82-38A0CEA3BE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4723" y="2024780"/>
            <a:ext cx="5212079" cy="2449677"/>
          </a:xfrm>
          <a:prstGeom prst="rect">
            <a:avLst/>
          </a:prstGeom>
          <a:solidFill>
            <a:srgbClr val="FFFFFF"/>
          </a:solidFill>
        </p:spPr>
      </p:pic>
      <p:sp>
        <p:nvSpPr>
          <p:cNvPr id="4" name="Content Placeholder 3">
            <a:extLst>
              <a:ext uri="{FF2B5EF4-FFF2-40B4-BE49-F238E27FC236}">
                <a16:creationId xmlns:a16="http://schemas.microsoft.com/office/drawing/2014/main" id="{21E15367-DE39-7E54-BAF0-2F3903A8BE7B}"/>
              </a:ext>
            </a:extLst>
          </p:cNvPr>
          <p:cNvSpPr>
            <a:spLocks noGrp="1"/>
          </p:cNvSpPr>
          <p:nvPr>
            <p:ph sz="quarter" idx="14"/>
          </p:nvPr>
        </p:nvSpPr>
        <p:spPr>
          <a:xfrm>
            <a:off x="5875283" y="2024780"/>
            <a:ext cx="5478518" cy="4137189"/>
          </a:xfrm>
        </p:spPr>
        <p:txBody>
          <a:bodyPr>
            <a:normAutofit/>
          </a:bodyPr>
          <a:lstStyle/>
          <a:p>
            <a:r>
              <a:rPr lang="en-US" sz="2400"/>
              <a:t>Imagine a translator having to retranslate every single copy of a manga that gets sold.</a:t>
            </a:r>
          </a:p>
          <a:p>
            <a:r>
              <a:rPr lang="en-US" sz="2400"/>
              <a:t>Better to translate once, then take the time to package it, send it out, then print out copies of that original translation. </a:t>
            </a:r>
          </a:p>
          <a:p>
            <a:r>
              <a:rPr lang="en-US" sz="2400"/>
              <a:t>Sure, this make take longer to make the first copy, but once it’s running, it’s a lot faster.</a:t>
            </a:r>
          </a:p>
          <a:p>
            <a:r>
              <a:rPr lang="en-US" sz="2400"/>
              <a:t>“Pay now to save later”</a:t>
            </a:r>
          </a:p>
        </p:txBody>
      </p:sp>
    </p:spTree>
    <p:extLst>
      <p:ext uri="{BB962C8B-B14F-4D97-AF65-F5344CB8AC3E}">
        <p14:creationId xmlns:p14="http://schemas.microsoft.com/office/powerpoint/2010/main" val="1956017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2E24-0190-9481-55E6-8FF4E7243892}"/>
              </a:ext>
            </a:extLst>
          </p:cNvPr>
          <p:cNvSpPr>
            <a:spLocks noGrp="1"/>
          </p:cNvSpPr>
          <p:nvPr>
            <p:ph type="title"/>
          </p:nvPr>
        </p:nvSpPr>
        <p:spPr>
          <a:xfrm>
            <a:off x="5242426" y="466344"/>
            <a:ext cx="3071258" cy="1710354"/>
          </a:xfrm>
        </p:spPr>
        <p:txBody>
          <a:bodyPr/>
          <a:lstStyle/>
          <a:p>
            <a:r>
              <a:rPr lang="en-US"/>
              <a:t>Editor &amp; Source Code</a:t>
            </a:r>
          </a:p>
        </p:txBody>
      </p:sp>
      <p:sp>
        <p:nvSpPr>
          <p:cNvPr id="3" name="Picture Placeholder 2">
            <a:extLst>
              <a:ext uri="{FF2B5EF4-FFF2-40B4-BE49-F238E27FC236}">
                <a16:creationId xmlns:a16="http://schemas.microsoft.com/office/drawing/2014/main" id="{C543F17D-1849-BCC2-EFF7-5C0079531104}"/>
              </a:ext>
            </a:extLst>
          </p:cNvPr>
          <p:cNvSpPr>
            <a:spLocks noGrp="1"/>
          </p:cNvSpPr>
          <p:nvPr>
            <p:ph type="pic" sz="quarter" idx="10"/>
          </p:nvPr>
        </p:nvSpPr>
        <p:spPr/>
        <p:txBody>
          <a:bodyPr/>
          <a:lstStyle/>
          <a:p>
            <a:endParaRPr lang="en-US"/>
          </a:p>
        </p:txBody>
      </p:sp>
      <p:sp>
        <p:nvSpPr>
          <p:cNvPr id="4" name="Content Placeholder 3">
            <a:extLst>
              <a:ext uri="{FF2B5EF4-FFF2-40B4-BE49-F238E27FC236}">
                <a16:creationId xmlns:a16="http://schemas.microsoft.com/office/drawing/2014/main" id="{70F4CEA8-21B5-42C3-5C60-E7405CDF2760}"/>
              </a:ext>
            </a:extLst>
          </p:cNvPr>
          <p:cNvSpPr>
            <a:spLocks noGrp="1"/>
          </p:cNvSpPr>
          <p:nvPr>
            <p:ph idx="1"/>
          </p:nvPr>
        </p:nvSpPr>
        <p:spPr/>
        <p:txBody>
          <a:bodyPr>
            <a:normAutofit/>
          </a:bodyPr>
          <a:lstStyle/>
          <a:p>
            <a:r>
              <a:rPr lang="en-US" sz="3200"/>
              <a:t>We will be using Visual Studio (Not Visual Studio Code)</a:t>
            </a:r>
          </a:p>
          <a:p>
            <a:r>
              <a:rPr lang="en-US" sz="3200"/>
              <a:t>You write the source code in C++</a:t>
            </a:r>
          </a:p>
        </p:txBody>
      </p:sp>
      <p:sp>
        <p:nvSpPr>
          <p:cNvPr id="5" name="Rectangle 4">
            <a:extLst>
              <a:ext uri="{FF2B5EF4-FFF2-40B4-BE49-F238E27FC236}">
                <a16:creationId xmlns:a16="http://schemas.microsoft.com/office/drawing/2014/main" id="{8D8CC2F6-1EA3-6623-81FF-12C4F39C6731}"/>
              </a:ext>
            </a:extLst>
          </p:cNvPr>
          <p:cNvSpPr/>
          <p:nvPr/>
        </p:nvSpPr>
        <p:spPr>
          <a:xfrm>
            <a:off x="1275239" y="466344"/>
            <a:ext cx="1384663" cy="822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Editor</a:t>
            </a:r>
          </a:p>
        </p:txBody>
      </p:sp>
      <p:cxnSp>
        <p:nvCxnSpPr>
          <p:cNvPr id="7" name="Straight Arrow Connector 6">
            <a:extLst>
              <a:ext uri="{FF2B5EF4-FFF2-40B4-BE49-F238E27FC236}">
                <a16:creationId xmlns:a16="http://schemas.microsoft.com/office/drawing/2014/main" id="{2C195B02-14CB-89E1-B40B-688EF6D2BFFA}"/>
              </a:ext>
            </a:extLst>
          </p:cNvPr>
          <p:cNvCxnSpPr>
            <a:cxnSpLocks/>
            <a:endCxn id="8" idx="0"/>
          </p:cNvCxnSpPr>
          <p:nvPr/>
        </p:nvCxnSpPr>
        <p:spPr>
          <a:xfrm>
            <a:off x="1954924" y="937894"/>
            <a:ext cx="12647" cy="60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C6896AE4-F413-D11D-D40F-FC740A75C7DA}"/>
              </a:ext>
            </a:extLst>
          </p:cNvPr>
          <p:cNvSpPr/>
          <p:nvPr/>
        </p:nvSpPr>
        <p:spPr>
          <a:xfrm>
            <a:off x="1275239" y="1540822"/>
            <a:ext cx="1384663" cy="65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Source Code</a:t>
            </a:r>
          </a:p>
        </p:txBody>
      </p:sp>
      <p:sp>
        <p:nvSpPr>
          <p:cNvPr id="10" name="Rectangle 9">
            <a:extLst>
              <a:ext uri="{FF2B5EF4-FFF2-40B4-BE49-F238E27FC236}">
                <a16:creationId xmlns:a16="http://schemas.microsoft.com/office/drawing/2014/main" id="{80A2D363-127D-26A7-78F3-32FCB2445EED}"/>
              </a:ext>
            </a:extLst>
          </p:cNvPr>
          <p:cNvSpPr/>
          <p:nvPr/>
        </p:nvSpPr>
        <p:spPr>
          <a:xfrm>
            <a:off x="1042660" y="2690648"/>
            <a:ext cx="1849821" cy="45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Compiler</a:t>
            </a:r>
          </a:p>
        </p:txBody>
      </p:sp>
      <p:cxnSp>
        <p:nvCxnSpPr>
          <p:cNvPr id="12" name="Straight Arrow Connector 11">
            <a:extLst>
              <a:ext uri="{FF2B5EF4-FFF2-40B4-BE49-F238E27FC236}">
                <a16:creationId xmlns:a16="http://schemas.microsoft.com/office/drawing/2014/main" id="{7F2DA1F9-486D-4E66-D8B2-A46F2C4A5222}"/>
              </a:ext>
            </a:extLst>
          </p:cNvPr>
          <p:cNvCxnSpPr>
            <a:cxnSpLocks/>
            <a:stCxn id="8" idx="2"/>
            <a:endCxn id="10" idx="0"/>
          </p:cNvCxnSpPr>
          <p:nvPr/>
        </p:nvCxnSpPr>
        <p:spPr>
          <a:xfrm>
            <a:off x="1967571" y="2192464"/>
            <a:ext cx="0" cy="498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78229AC-9D83-D923-6F53-FD00DCB3E0B5}"/>
              </a:ext>
            </a:extLst>
          </p:cNvPr>
          <p:cNvSpPr/>
          <p:nvPr/>
        </p:nvSpPr>
        <p:spPr>
          <a:xfrm>
            <a:off x="1203802" y="3593808"/>
            <a:ext cx="1531023" cy="5815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Machine Language</a:t>
            </a:r>
          </a:p>
        </p:txBody>
      </p:sp>
      <p:cxnSp>
        <p:nvCxnSpPr>
          <p:cNvPr id="17" name="Straight Arrow Connector 16">
            <a:extLst>
              <a:ext uri="{FF2B5EF4-FFF2-40B4-BE49-F238E27FC236}">
                <a16:creationId xmlns:a16="http://schemas.microsoft.com/office/drawing/2014/main" id="{4B799B19-8DDD-598B-681F-479770D21D72}"/>
              </a:ext>
            </a:extLst>
          </p:cNvPr>
          <p:cNvCxnSpPr>
            <a:stCxn id="10" idx="2"/>
            <a:endCxn id="15" idx="0"/>
          </p:cNvCxnSpPr>
          <p:nvPr/>
        </p:nvCxnSpPr>
        <p:spPr>
          <a:xfrm>
            <a:off x="1967571" y="3142593"/>
            <a:ext cx="1743" cy="45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D3A9DAC-888D-00C4-EB75-8E563B34FA69}"/>
              </a:ext>
            </a:extLst>
          </p:cNvPr>
          <p:cNvSpPr/>
          <p:nvPr/>
        </p:nvSpPr>
        <p:spPr>
          <a:xfrm>
            <a:off x="1042660" y="4435366"/>
            <a:ext cx="1849821" cy="58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Linker</a:t>
            </a:r>
          </a:p>
        </p:txBody>
      </p:sp>
      <p:sp>
        <p:nvSpPr>
          <p:cNvPr id="20" name="Hexagon 19">
            <a:extLst>
              <a:ext uri="{FF2B5EF4-FFF2-40B4-BE49-F238E27FC236}">
                <a16:creationId xmlns:a16="http://schemas.microsoft.com/office/drawing/2014/main" id="{8FAC7A31-FAAB-7F1C-5F11-82A15DEBAC80}"/>
              </a:ext>
            </a:extLst>
          </p:cNvPr>
          <p:cNvSpPr/>
          <p:nvPr/>
        </p:nvSpPr>
        <p:spPr>
          <a:xfrm>
            <a:off x="955065" y="5578579"/>
            <a:ext cx="2025009" cy="93678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Executable File</a:t>
            </a:r>
          </a:p>
        </p:txBody>
      </p:sp>
      <p:cxnSp>
        <p:nvCxnSpPr>
          <p:cNvPr id="22" name="Straight Arrow Connector 21">
            <a:extLst>
              <a:ext uri="{FF2B5EF4-FFF2-40B4-BE49-F238E27FC236}">
                <a16:creationId xmlns:a16="http://schemas.microsoft.com/office/drawing/2014/main" id="{B65B7343-A7DA-1540-0250-EA8A0F25E054}"/>
              </a:ext>
            </a:extLst>
          </p:cNvPr>
          <p:cNvCxnSpPr>
            <a:stCxn id="18" idx="2"/>
          </p:cNvCxnSpPr>
          <p:nvPr/>
        </p:nvCxnSpPr>
        <p:spPr>
          <a:xfrm flipH="1">
            <a:off x="1967570" y="5016903"/>
            <a:ext cx="1" cy="6691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35D4050-3ECF-2275-7C96-12913886D33F}"/>
              </a:ext>
            </a:extLst>
          </p:cNvPr>
          <p:cNvCxnSpPr>
            <a:stCxn id="15" idx="4"/>
            <a:endCxn id="18" idx="0"/>
          </p:cNvCxnSpPr>
          <p:nvPr/>
        </p:nvCxnSpPr>
        <p:spPr>
          <a:xfrm flipH="1">
            <a:off x="1967571" y="4175345"/>
            <a:ext cx="1743" cy="260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194" name="Picture 2" descr="Visual Studio Code vs Visual Studio – Are They The Same?">
            <a:extLst>
              <a:ext uri="{FF2B5EF4-FFF2-40B4-BE49-F238E27FC236}">
                <a16:creationId xmlns:a16="http://schemas.microsoft.com/office/drawing/2014/main" id="{BAB6096F-DC69-2480-5C58-FC619B0B8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8509" y="132956"/>
            <a:ext cx="2571531" cy="1928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946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2E24-0190-9481-55E6-8FF4E7243892}"/>
              </a:ext>
            </a:extLst>
          </p:cNvPr>
          <p:cNvSpPr>
            <a:spLocks noGrp="1"/>
          </p:cNvSpPr>
          <p:nvPr>
            <p:ph type="title"/>
          </p:nvPr>
        </p:nvSpPr>
        <p:spPr>
          <a:xfrm>
            <a:off x="5242426" y="466344"/>
            <a:ext cx="2503698" cy="1710354"/>
          </a:xfrm>
        </p:spPr>
        <p:txBody>
          <a:bodyPr/>
          <a:lstStyle/>
          <a:p>
            <a:r>
              <a:rPr lang="en-US"/>
              <a:t>Compiler &amp; Machine Language</a:t>
            </a:r>
          </a:p>
        </p:txBody>
      </p:sp>
      <p:sp>
        <p:nvSpPr>
          <p:cNvPr id="3" name="Picture Placeholder 2">
            <a:extLst>
              <a:ext uri="{FF2B5EF4-FFF2-40B4-BE49-F238E27FC236}">
                <a16:creationId xmlns:a16="http://schemas.microsoft.com/office/drawing/2014/main" id="{C543F17D-1849-BCC2-EFF7-5C0079531104}"/>
              </a:ext>
            </a:extLst>
          </p:cNvPr>
          <p:cNvSpPr>
            <a:spLocks noGrp="1"/>
          </p:cNvSpPr>
          <p:nvPr>
            <p:ph type="pic" sz="quarter" idx="10"/>
          </p:nvPr>
        </p:nvSpPr>
        <p:spPr/>
        <p:txBody>
          <a:bodyPr/>
          <a:lstStyle/>
          <a:p>
            <a:endParaRPr lang="en-US"/>
          </a:p>
        </p:txBody>
      </p:sp>
      <p:sp>
        <p:nvSpPr>
          <p:cNvPr id="4" name="Content Placeholder 3">
            <a:extLst>
              <a:ext uri="{FF2B5EF4-FFF2-40B4-BE49-F238E27FC236}">
                <a16:creationId xmlns:a16="http://schemas.microsoft.com/office/drawing/2014/main" id="{70F4CEA8-21B5-42C3-5C60-E7405CDF2760}"/>
              </a:ext>
            </a:extLst>
          </p:cNvPr>
          <p:cNvSpPr>
            <a:spLocks noGrp="1"/>
          </p:cNvSpPr>
          <p:nvPr>
            <p:ph idx="1"/>
          </p:nvPr>
        </p:nvSpPr>
        <p:spPr/>
        <p:txBody>
          <a:bodyPr>
            <a:normAutofit/>
          </a:bodyPr>
          <a:lstStyle/>
          <a:p>
            <a:r>
              <a:rPr lang="en-US" sz="3200" dirty="0"/>
              <a:t>We pass the source code to the Compiler (we compile it). </a:t>
            </a:r>
          </a:p>
          <a:p>
            <a:r>
              <a:rPr lang="en-US" sz="3200" dirty="0"/>
              <a:t>It takes your code and transforms it into executable machine code files. It does some optimization and arranges things.</a:t>
            </a:r>
          </a:p>
        </p:txBody>
      </p:sp>
      <p:sp>
        <p:nvSpPr>
          <p:cNvPr id="5" name="Rectangle 4">
            <a:extLst>
              <a:ext uri="{FF2B5EF4-FFF2-40B4-BE49-F238E27FC236}">
                <a16:creationId xmlns:a16="http://schemas.microsoft.com/office/drawing/2014/main" id="{8D8CC2F6-1EA3-6623-81FF-12C4F39C6731}"/>
              </a:ext>
            </a:extLst>
          </p:cNvPr>
          <p:cNvSpPr/>
          <p:nvPr/>
        </p:nvSpPr>
        <p:spPr>
          <a:xfrm>
            <a:off x="1275239" y="466344"/>
            <a:ext cx="1384663" cy="822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Editor</a:t>
            </a:r>
          </a:p>
        </p:txBody>
      </p:sp>
      <p:cxnSp>
        <p:nvCxnSpPr>
          <p:cNvPr id="7" name="Straight Arrow Connector 6">
            <a:extLst>
              <a:ext uri="{FF2B5EF4-FFF2-40B4-BE49-F238E27FC236}">
                <a16:creationId xmlns:a16="http://schemas.microsoft.com/office/drawing/2014/main" id="{2C195B02-14CB-89E1-B40B-688EF6D2BFFA}"/>
              </a:ext>
            </a:extLst>
          </p:cNvPr>
          <p:cNvCxnSpPr>
            <a:cxnSpLocks/>
            <a:endCxn id="8" idx="0"/>
          </p:cNvCxnSpPr>
          <p:nvPr/>
        </p:nvCxnSpPr>
        <p:spPr>
          <a:xfrm>
            <a:off x="1954924" y="937894"/>
            <a:ext cx="12647" cy="60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C6896AE4-F413-D11D-D40F-FC740A75C7DA}"/>
              </a:ext>
            </a:extLst>
          </p:cNvPr>
          <p:cNvSpPr/>
          <p:nvPr/>
        </p:nvSpPr>
        <p:spPr>
          <a:xfrm>
            <a:off x="1275239" y="1540822"/>
            <a:ext cx="1384663" cy="65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Source Code</a:t>
            </a:r>
          </a:p>
        </p:txBody>
      </p:sp>
      <p:sp>
        <p:nvSpPr>
          <p:cNvPr id="10" name="Rectangle 9">
            <a:extLst>
              <a:ext uri="{FF2B5EF4-FFF2-40B4-BE49-F238E27FC236}">
                <a16:creationId xmlns:a16="http://schemas.microsoft.com/office/drawing/2014/main" id="{80A2D363-127D-26A7-78F3-32FCB2445EED}"/>
              </a:ext>
            </a:extLst>
          </p:cNvPr>
          <p:cNvSpPr/>
          <p:nvPr/>
        </p:nvSpPr>
        <p:spPr>
          <a:xfrm>
            <a:off x="1042660" y="2690648"/>
            <a:ext cx="1849821" cy="45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Compiler</a:t>
            </a:r>
          </a:p>
        </p:txBody>
      </p:sp>
      <p:cxnSp>
        <p:nvCxnSpPr>
          <p:cNvPr id="12" name="Straight Arrow Connector 11">
            <a:extLst>
              <a:ext uri="{FF2B5EF4-FFF2-40B4-BE49-F238E27FC236}">
                <a16:creationId xmlns:a16="http://schemas.microsoft.com/office/drawing/2014/main" id="{7F2DA1F9-486D-4E66-D8B2-A46F2C4A5222}"/>
              </a:ext>
            </a:extLst>
          </p:cNvPr>
          <p:cNvCxnSpPr>
            <a:cxnSpLocks/>
            <a:stCxn id="8" idx="2"/>
            <a:endCxn id="10" idx="0"/>
          </p:cNvCxnSpPr>
          <p:nvPr/>
        </p:nvCxnSpPr>
        <p:spPr>
          <a:xfrm>
            <a:off x="1967571" y="2192464"/>
            <a:ext cx="0" cy="498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78229AC-9D83-D923-6F53-FD00DCB3E0B5}"/>
              </a:ext>
            </a:extLst>
          </p:cNvPr>
          <p:cNvSpPr/>
          <p:nvPr/>
        </p:nvSpPr>
        <p:spPr>
          <a:xfrm>
            <a:off x="1203802" y="3593808"/>
            <a:ext cx="1531023" cy="5815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Machine Language</a:t>
            </a:r>
          </a:p>
        </p:txBody>
      </p:sp>
      <p:cxnSp>
        <p:nvCxnSpPr>
          <p:cNvPr id="17" name="Straight Arrow Connector 16">
            <a:extLst>
              <a:ext uri="{FF2B5EF4-FFF2-40B4-BE49-F238E27FC236}">
                <a16:creationId xmlns:a16="http://schemas.microsoft.com/office/drawing/2014/main" id="{4B799B19-8DDD-598B-681F-479770D21D72}"/>
              </a:ext>
            </a:extLst>
          </p:cNvPr>
          <p:cNvCxnSpPr>
            <a:stCxn id="10" idx="2"/>
            <a:endCxn id="15" idx="0"/>
          </p:cNvCxnSpPr>
          <p:nvPr/>
        </p:nvCxnSpPr>
        <p:spPr>
          <a:xfrm>
            <a:off x="1967571" y="3142593"/>
            <a:ext cx="1743" cy="45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D3A9DAC-888D-00C4-EB75-8E563B34FA69}"/>
              </a:ext>
            </a:extLst>
          </p:cNvPr>
          <p:cNvSpPr/>
          <p:nvPr/>
        </p:nvSpPr>
        <p:spPr>
          <a:xfrm>
            <a:off x="1042660" y="4435366"/>
            <a:ext cx="1849821" cy="58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Linker</a:t>
            </a:r>
          </a:p>
        </p:txBody>
      </p:sp>
      <p:sp>
        <p:nvSpPr>
          <p:cNvPr id="20" name="Hexagon 19">
            <a:extLst>
              <a:ext uri="{FF2B5EF4-FFF2-40B4-BE49-F238E27FC236}">
                <a16:creationId xmlns:a16="http://schemas.microsoft.com/office/drawing/2014/main" id="{8FAC7A31-FAAB-7F1C-5F11-82A15DEBAC80}"/>
              </a:ext>
            </a:extLst>
          </p:cNvPr>
          <p:cNvSpPr/>
          <p:nvPr/>
        </p:nvSpPr>
        <p:spPr>
          <a:xfrm>
            <a:off x="955065" y="5578579"/>
            <a:ext cx="2025009" cy="93678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Executable File</a:t>
            </a:r>
          </a:p>
        </p:txBody>
      </p:sp>
      <p:cxnSp>
        <p:nvCxnSpPr>
          <p:cNvPr id="22" name="Straight Arrow Connector 21">
            <a:extLst>
              <a:ext uri="{FF2B5EF4-FFF2-40B4-BE49-F238E27FC236}">
                <a16:creationId xmlns:a16="http://schemas.microsoft.com/office/drawing/2014/main" id="{B65B7343-A7DA-1540-0250-EA8A0F25E054}"/>
              </a:ext>
            </a:extLst>
          </p:cNvPr>
          <p:cNvCxnSpPr>
            <a:stCxn id="18" idx="2"/>
          </p:cNvCxnSpPr>
          <p:nvPr/>
        </p:nvCxnSpPr>
        <p:spPr>
          <a:xfrm flipH="1">
            <a:off x="1967570" y="5016903"/>
            <a:ext cx="1" cy="6691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35D4050-3ECF-2275-7C96-12913886D33F}"/>
              </a:ext>
            </a:extLst>
          </p:cNvPr>
          <p:cNvCxnSpPr>
            <a:stCxn id="15" idx="4"/>
            <a:endCxn id="18" idx="0"/>
          </p:cNvCxnSpPr>
          <p:nvPr/>
        </p:nvCxnSpPr>
        <p:spPr>
          <a:xfrm flipH="1">
            <a:off x="1967571" y="4175345"/>
            <a:ext cx="1743" cy="260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9218" name="Picture 2" descr="compiler construction - Trace of the language on the object code - Stack  Overflow">
            <a:extLst>
              <a:ext uri="{FF2B5EF4-FFF2-40B4-BE49-F238E27FC236}">
                <a16:creationId xmlns:a16="http://schemas.microsoft.com/office/drawing/2014/main" id="{9C80D999-6983-6F17-B4AD-FC006E735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35007" y="70104"/>
            <a:ext cx="3704624" cy="2256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604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D2E24-0190-9481-55E6-8FF4E7243892}"/>
              </a:ext>
            </a:extLst>
          </p:cNvPr>
          <p:cNvSpPr>
            <a:spLocks noGrp="1"/>
          </p:cNvSpPr>
          <p:nvPr>
            <p:ph type="title"/>
          </p:nvPr>
        </p:nvSpPr>
        <p:spPr>
          <a:xfrm>
            <a:off x="5242426" y="466344"/>
            <a:ext cx="2661738" cy="1710354"/>
          </a:xfrm>
        </p:spPr>
        <p:txBody>
          <a:bodyPr/>
          <a:lstStyle/>
          <a:p>
            <a:r>
              <a:rPr lang="en-US"/>
              <a:t>Linker &amp; Executable</a:t>
            </a:r>
          </a:p>
        </p:txBody>
      </p:sp>
      <p:sp>
        <p:nvSpPr>
          <p:cNvPr id="3" name="Picture Placeholder 2">
            <a:extLst>
              <a:ext uri="{FF2B5EF4-FFF2-40B4-BE49-F238E27FC236}">
                <a16:creationId xmlns:a16="http://schemas.microsoft.com/office/drawing/2014/main" id="{C543F17D-1849-BCC2-EFF7-5C0079531104}"/>
              </a:ext>
            </a:extLst>
          </p:cNvPr>
          <p:cNvSpPr>
            <a:spLocks noGrp="1"/>
          </p:cNvSpPr>
          <p:nvPr>
            <p:ph type="pic" sz="quarter" idx="10"/>
          </p:nvPr>
        </p:nvSpPr>
        <p:spPr/>
        <p:txBody>
          <a:bodyPr/>
          <a:lstStyle/>
          <a:p>
            <a:endParaRPr lang="en-US"/>
          </a:p>
        </p:txBody>
      </p:sp>
      <p:sp>
        <p:nvSpPr>
          <p:cNvPr id="4" name="Content Placeholder 3">
            <a:extLst>
              <a:ext uri="{FF2B5EF4-FFF2-40B4-BE49-F238E27FC236}">
                <a16:creationId xmlns:a16="http://schemas.microsoft.com/office/drawing/2014/main" id="{70F4CEA8-21B5-42C3-5C60-E7405CDF2760}"/>
              </a:ext>
            </a:extLst>
          </p:cNvPr>
          <p:cNvSpPr>
            <a:spLocks noGrp="1"/>
          </p:cNvSpPr>
          <p:nvPr>
            <p:ph idx="1"/>
          </p:nvPr>
        </p:nvSpPr>
        <p:spPr/>
        <p:txBody>
          <a:bodyPr>
            <a:normAutofit/>
          </a:bodyPr>
          <a:lstStyle/>
          <a:p>
            <a:r>
              <a:rPr lang="en-US" sz="3200"/>
              <a:t>The Compiler only compiles the exact code you give it. Most of the time, you will reference other files / libraries / functions.</a:t>
            </a:r>
          </a:p>
          <a:p>
            <a:r>
              <a:rPr lang="en-US" sz="3200"/>
              <a:t>The Linker “links” everything in order, which then produces an Executable File.</a:t>
            </a:r>
          </a:p>
        </p:txBody>
      </p:sp>
      <p:sp>
        <p:nvSpPr>
          <p:cNvPr id="5" name="Rectangle 4">
            <a:extLst>
              <a:ext uri="{FF2B5EF4-FFF2-40B4-BE49-F238E27FC236}">
                <a16:creationId xmlns:a16="http://schemas.microsoft.com/office/drawing/2014/main" id="{8D8CC2F6-1EA3-6623-81FF-12C4F39C6731}"/>
              </a:ext>
            </a:extLst>
          </p:cNvPr>
          <p:cNvSpPr/>
          <p:nvPr/>
        </p:nvSpPr>
        <p:spPr>
          <a:xfrm>
            <a:off x="1275239" y="466344"/>
            <a:ext cx="1384663" cy="8229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Editor</a:t>
            </a:r>
          </a:p>
        </p:txBody>
      </p:sp>
      <p:cxnSp>
        <p:nvCxnSpPr>
          <p:cNvPr id="7" name="Straight Arrow Connector 6">
            <a:extLst>
              <a:ext uri="{FF2B5EF4-FFF2-40B4-BE49-F238E27FC236}">
                <a16:creationId xmlns:a16="http://schemas.microsoft.com/office/drawing/2014/main" id="{2C195B02-14CB-89E1-B40B-688EF6D2BFFA}"/>
              </a:ext>
            </a:extLst>
          </p:cNvPr>
          <p:cNvCxnSpPr>
            <a:cxnSpLocks/>
            <a:endCxn id="8" idx="0"/>
          </p:cNvCxnSpPr>
          <p:nvPr/>
        </p:nvCxnSpPr>
        <p:spPr>
          <a:xfrm>
            <a:off x="1954924" y="937894"/>
            <a:ext cx="12647" cy="6029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Rounded Corners 7">
            <a:extLst>
              <a:ext uri="{FF2B5EF4-FFF2-40B4-BE49-F238E27FC236}">
                <a16:creationId xmlns:a16="http://schemas.microsoft.com/office/drawing/2014/main" id="{C6896AE4-F413-D11D-D40F-FC740A75C7DA}"/>
              </a:ext>
            </a:extLst>
          </p:cNvPr>
          <p:cNvSpPr/>
          <p:nvPr/>
        </p:nvSpPr>
        <p:spPr>
          <a:xfrm>
            <a:off x="1275239" y="1540822"/>
            <a:ext cx="1384663" cy="651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Source Code</a:t>
            </a:r>
          </a:p>
        </p:txBody>
      </p:sp>
      <p:sp>
        <p:nvSpPr>
          <p:cNvPr id="10" name="Rectangle 9">
            <a:extLst>
              <a:ext uri="{FF2B5EF4-FFF2-40B4-BE49-F238E27FC236}">
                <a16:creationId xmlns:a16="http://schemas.microsoft.com/office/drawing/2014/main" id="{80A2D363-127D-26A7-78F3-32FCB2445EED}"/>
              </a:ext>
            </a:extLst>
          </p:cNvPr>
          <p:cNvSpPr/>
          <p:nvPr/>
        </p:nvSpPr>
        <p:spPr>
          <a:xfrm>
            <a:off x="1042660" y="2690648"/>
            <a:ext cx="1849821" cy="4519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Compiler</a:t>
            </a:r>
          </a:p>
        </p:txBody>
      </p:sp>
      <p:cxnSp>
        <p:nvCxnSpPr>
          <p:cNvPr id="12" name="Straight Arrow Connector 11">
            <a:extLst>
              <a:ext uri="{FF2B5EF4-FFF2-40B4-BE49-F238E27FC236}">
                <a16:creationId xmlns:a16="http://schemas.microsoft.com/office/drawing/2014/main" id="{7F2DA1F9-486D-4E66-D8B2-A46F2C4A5222}"/>
              </a:ext>
            </a:extLst>
          </p:cNvPr>
          <p:cNvCxnSpPr>
            <a:cxnSpLocks/>
            <a:stCxn id="8" idx="2"/>
            <a:endCxn id="10" idx="0"/>
          </p:cNvCxnSpPr>
          <p:nvPr/>
        </p:nvCxnSpPr>
        <p:spPr>
          <a:xfrm>
            <a:off x="1967571" y="2192464"/>
            <a:ext cx="0" cy="498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78229AC-9D83-D923-6F53-FD00DCB3E0B5}"/>
              </a:ext>
            </a:extLst>
          </p:cNvPr>
          <p:cNvSpPr/>
          <p:nvPr/>
        </p:nvSpPr>
        <p:spPr>
          <a:xfrm>
            <a:off x="1203802" y="3593808"/>
            <a:ext cx="1531023" cy="5815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Machine Language</a:t>
            </a:r>
          </a:p>
        </p:txBody>
      </p:sp>
      <p:cxnSp>
        <p:nvCxnSpPr>
          <p:cNvPr id="17" name="Straight Arrow Connector 16">
            <a:extLst>
              <a:ext uri="{FF2B5EF4-FFF2-40B4-BE49-F238E27FC236}">
                <a16:creationId xmlns:a16="http://schemas.microsoft.com/office/drawing/2014/main" id="{4B799B19-8DDD-598B-681F-479770D21D72}"/>
              </a:ext>
            </a:extLst>
          </p:cNvPr>
          <p:cNvCxnSpPr>
            <a:stCxn id="10" idx="2"/>
            <a:endCxn id="15" idx="0"/>
          </p:cNvCxnSpPr>
          <p:nvPr/>
        </p:nvCxnSpPr>
        <p:spPr>
          <a:xfrm>
            <a:off x="1967571" y="3142593"/>
            <a:ext cx="1743" cy="451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BD3A9DAC-888D-00C4-EB75-8E563B34FA69}"/>
              </a:ext>
            </a:extLst>
          </p:cNvPr>
          <p:cNvSpPr/>
          <p:nvPr/>
        </p:nvSpPr>
        <p:spPr>
          <a:xfrm>
            <a:off x="1042660" y="4435366"/>
            <a:ext cx="1849821" cy="5815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Linker</a:t>
            </a:r>
          </a:p>
        </p:txBody>
      </p:sp>
      <p:sp>
        <p:nvSpPr>
          <p:cNvPr id="20" name="Hexagon 19">
            <a:extLst>
              <a:ext uri="{FF2B5EF4-FFF2-40B4-BE49-F238E27FC236}">
                <a16:creationId xmlns:a16="http://schemas.microsoft.com/office/drawing/2014/main" id="{8FAC7A31-FAAB-7F1C-5F11-82A15DEBAC80}"/>
              </a:ext>
            </a:extLst>
          </p:cNvPr>
          <p:cNvSpPr/>
          <p:nvPr/>
        </p:nvSpPr>
        <p:spPr>
          <a:xfrm>
            <a:off x="955065" y="5578579"/>
            <a:ext cx="2025009" cy="936787"/>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Executable File</a:t>
            </a:r>
          </a:p>
        </p:txBody>
      </p:sp>
      <p:cxnSp>
        <p:nvCxnSpPr>
          <p:cNvPr id="22" name="Straight Arrow Connector 21">
            <a:extLst>
              <a:ext uri="{FF2B5EF4-FFF2-40B4-BE49-F238E27FC236}">
                <a16:creationId xmlns:a16="http://schemas.microsoft.com/office/drawing/2014/main" id="{B65B7343-A7DA-1540-0250-EA8A0F25E054}"/>
              </a:ext>
            </a:extLst>
          </p:cNvPr>
          <p:cNvCxnSpPr>
            <a:stCxn id="18" idx="2"/>
          </p:cNvCxnSpPr>
          <p:nvPr/>
        </p:nvCxnSpPr>
        <p:spPr>
          <a:xfrm flipH="1">
            <a:off x="1967570" y="5016903"/>
            <a:ext cx="1" cy="6691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35D4050-3ECF-2275-7C96-12913886D33F}"/>
              </a:ext>
            </a:extLst>
          </p:cNvPr>
          <p:cNvCxnSpPr>
            <a:stCxn id="15" idx="4"/>
            <a:endCxn id="18" idx="0"/>
          </p:cNvCxnSpPr>
          <p:nvPr/>
        </p:nvCxnSpPr>
        <p:spPr>
          <a:xfrm flipH="1">
            <a:off x="1967571" y="4175345"/>
            <a:ext cx="1743" cy="2600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242" name="Picture 2" descr="What is an Executable File?">
            <a:extLst>
              <a:ext uri="{FF2B5EF4-FFF2-40B4-BE49-F238E27FC236}">
                <a16:creationId xmlns:a16="http://schemas.microsoft.com/office/drawing/2014/main" id="{84F7CE1C-0C89-4247-D45D-E77D7D5E6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3250" y="241012"/>
            <a:ext cx="1873825" cy="1873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7439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creenshot/gif war (780 - ) - Forums - MyAnimeList.net">
            <a:extLst>
              <a:ext uri="{FF2B5EF4-FFF2-40B4-BE49-F238E27FC236}">
                <a16:creationId xmlns:a16="http://schemas.microsoft.com/office/drawing/2014/main" id="{280B5346-857E-81C1-9DF9-470AEF7E27EB}"/>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14844" b="14844"/>
          <a:stretch/>
        </p:blipFill>
        <p:spPr bwMode="auto">
          <a:xfrm>
            <a:off x="0" y="25"/>
            <a:ext cx="12192000" cy="6857950"/>
          </a:xfrm>
          <a:prstGeom prst="rect">
            <a:avLst/>
          </a:prstGeom>
          <a:solidFill>
            <a:srgbClr val="FFFFFF"/>
          </a:solidFill>
        </p:spPr>
      </p:pic>
      <p:sp>
        <p:nvSpPr>
          <p:cNvPr id="3" name="Title 2">
            <a:extLst>
              <a:ext uri="{FF2B5EF4-FFF2-40B4-BE49-F238E27FC236}">
                <a16:creationId xmlns:a16="http://schemas.microsoft.com/office/drawing/2014/main" id="{472BC00D-22E2-BD42-106F-C628044623BE}"/>
              </a:ext>
            </a:extLst>
          </p:cNvPr>
          <p:cNvSpPr>
            <a:spLocks noGrp="1"/>
          </p:cNvSpPr>
          <p:nvPr>
            <p:ph type="ctrTitle"/>
          </p:nvPr>
        </p:nvSpPr>
        <p:spPr>
          <a:xfrm>
            <a:off x="1524000" y="4425696"/>
            <a:ext cx="9144000" cy="2286000"/>
          </a:xfrm>
        </p:spPr>
        <p:txBody>
          <a:bodyPr anchor="ctr">
            <a:normAutofit/>
          </a:bodyPr>
          <a:lstStyle/>
          <a:p>
            <a:r>
              <a:rPr lang="en-US" dirty="0">
                <a:highlight>
                  <a:srgbClr val="000000"/>
                </a:highlight>
              </a:rPr>
              <a:t>So… we have to learn all these tools????</a:t>
            </a:r>
          </a:p>
        </p:txBody>
      </p:sp>
    </p:spTree>
    <p:extLst>
      <p:ext uri="{BB962C8B-B14F-4D97-AF65-F5344CB8AC3E}">
        <p14:creationId xmlns:p14="http://schemas.microsoft.com/office/powerpoint/2010/main" val="3174580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Our IDE Has this all built in</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5556173" cy="4295477"/>
          </a:xfrm>
        </p:spPr>
        <p:txBody>
          <a:bodyPr>
            <a:normAutofit lnSpcReduction="10000"/>
          </a:bodyPr>
          <a:lstStyle/>
          <a:p>
            <a:r>
              <a:rPr lang="en-US" sz="3200"/>
              <a:t>Visual Studio handles it all for us.</a:t>
            </a:r>
          </a:p>
          <a:p>
            <a:r>
              <a:rPr lang="en-US" sz="3200"/>
              <a:t>All we need to do is have it setup, and then when we want to run our code, we have to “Build” it.</a:t>
            </a:r>
          </a:p>
          <a:p>
            <a:r>
              <a:rPr lang="en-US" sz="3200"/>
              <a:t>This creates the extra files needed each time. (more on that later)</a:t>
            </a:r>
          </a:p>
        </p:txBody>
      </p:sp>
      <p:pic>
        <p:nvPicPr>
          <p:cNvPr id="9" name="Picture 8" descr="A cartoon of a child lying on a desk&#10;&#10;Description automatically generated">
            <a:extLst>
              <a:ext uri="{FF2B5EF4-FFF2-40B4-BE49-F238E27FC236}">
                <a16:creationId xmlns:a16="http://schemas.microsoft.com/office/drawing/2014/main" id="{A1BA6C58-F272-1507-5E3F-39F2511E43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0626" y="2109787"/>
            <a:ext cx="4743450" cy="2638425"/>
          </a:xfrm>
          <a:prstGeom prst="rect">
            <a:avLst/>
          </a:prstGeom>
        </p:spPr>
      </p:pic>
    </p:spTree>
    <p:extLst>
      <p:ext uri="{BB962C8B-B14F-4D97-AF65-F5344CB8AC3E}">
        <p14:creationId xmlns:p14="http://schemas.microsoft.com/office/powerpoint/2010/main" val="765979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9DD983-8039-0849-B6E5-A0E229F26317}"/>
              </a:ext>
            </a:extLst>
          </p:cNvPr>
          <p:cNvSpPr>
            <a:spLocks noGrp="1"/>
          </p:cNvSpPr>
          <p:nvPr>
            <p:ph type="ctrTitle"/>
          </p:nvPr>
        </p:nvSpPr>
        <p:spPr/>
        <p:txBody>
          <a:bodyPr/>
          <a:lstStyle/>
          <a:p>
            <a:endParaRPr lang="en-US"/>
          </a:p>
        </p:txBody>
      </p:sp>
      <p:pic>
        <p:nvPicPr>
          <p:cNvPr id="13318" name="Picture 6" descr="Why You're Thinking About C++ in the Wrong Way | by Alec Garza | CodeX |  Medium">
            <a:extLst>
              <a:ext uri="{FF2B5EF4-FFF2-40B4-BE49-F238E27FC236}">
                <a16:creationId xmlns:a16="http://schemas.microsoft.com/office/drawing/2014/main" id="{0CB66DD1-AE6F-B625-3F8A-C742C38CBD9F}"/>
              </a:ext>
            </a:extLst>
          </p:cNvPr>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l="5915" r="5915"/>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23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15AC-3610-B091-2B17-C4F6D32772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55DAB3-BBE1-DFA8-2DFB-116C45785E3B}"/>
              </a:ext>
            </a:extLst>
          </p:cNvPr>
          <p:cNvSpPr>
            <a:spLocks noGrp="1"/>
          </p:cNvSpPr>
          <p:nvPr>
            <p:ph type="ctrTitle"/>
          </p:nvPr>
        </p:nvSpPr>
        <p:spPr>
          <a:xfrm>
            <a:off x="1524000" y="868680"/>
            <a:ext cx="9144000" cy="5458968"/>
          </a:xfrm>
        </p:spPr>
        <p:txBody>
          <a:bodyPr/>
          <a:lstStyle/>
          <a:p>
            <a:r>
              <a:rPr lang="en-US" dirty="0"/>
              <a:t>Disclaimer:</a:t>
            </a:r>
            <a:br>
              <a:rPr lang="en-US" dirty="0"/>
            </a:br>
            <a:r>
              <a:rPr lang="en-US" dirty="0"/>
              <a:t>We Will be focusing on C++ as it relates to Unreal Engine.</a:t>
            </a:r>
          </a:p>
        </p:txBody>
      </p:sp>
    </p:spTree>
    <p:extLst>
      <p:ext uri="{BB962C8B-B14F-4D97-AF65-F5344CB8AC3E}">
        <p14:creationId xmlns:p14="http://schemas.microsoft.com/office/powerpoint/2010/main" val="15672794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4" name="Content Placeholder 3">
            <a:extLst>
              <a:ext uri="{FF2B5EF4-FFF2-40B4-BE49-F238E27FC236}">
                <a16:creationId xmlns:a16="http://schemas.microsoft.com/office/drawing/2014/main" id="{B9966C54-CE31-1CA2-FF27-0CC1B560A735}"/>
              </a:ext>
            </a:extLst>
          </p:cNvPr>
          <p:cNvSpPr>
            <a:spLocks noGrp="1"/>
          </p:cNvSpPr>
          <p:nvPr>
            <p:ph sz="quarter" idx="14"/>
          </p:nvPr>
        </p:nvSpPr>
        <p:spPr>
          <a:xfrm>
            <a:off x="8354291" y="2024780"/>
            <a:ext cx="2999510" cy="4137189"/>
          </a:xfrm>
        </p:spPr>
        <p:txBody>
          <a:bodyPr/>
          <a:lstStyle/>
          <a:p>
            <a:r>
              <a:rPr lang="en-US"/>
              <a:t>A simple program that prints “Hello World” to the console.</a:t>
            </a:r>
          </a:p>
          <a:p>
            <a:endParaRPr lang="en-US"/>
          </a:p>
        </p:txBody>
      </p:sp>
    </p:spTree>
    <p:extLst>
      <p:ext uri="{BB962C8B-B14F-4D97-AF65-F5344CB8AC3E}">
        <p14:creationId xmlns:p14="http://schemas.microsoft.com/office/powerpoint/2010/main" val="1037258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69496"/>
              <a:gd name="adj2" fmla="val -1004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A comment.</a:t>
            </a:r>
          </a:p>
          <a:p>
            <a:pPr algn="ctr"/>
            <a:r>
              <a:rPr lang="en-US" sz="2800"/>
              <a:t>Very important for documentation.</a:t>
            </a:r>
          </a:p>
          <a:p>
            <a:pPr algn="ctr"/>
            <a:r>
              <a:rPr lang="en-US" sz="2800"/>
              <a:t>Ignored by the compiler.</a:t>
            </a:r>
          </a:p>
          <a:p>
            <a:pPr algn="ctr"/>
            <a:endParaRPr lang="en-US" sz="2800"/>
          </a:p>
          <a:p>
            <a:pPr algn="ctr"/>
            <a:r>
              <a:rPr lang="en-US" sz="2800"/>
              <a:t>Leave notes to yourself and others. </a:t>
            </a:r>
          </a:p>
        </p:txBody>
      </p:sp>
    </p:spTree>
    <p:extLst>
      <p:ext uri="{BB962C8B-B14F-4D97-AF65-F5344CB8AC3E}">
        <p14:creationId xmlns:p14="http://schemas.microsoft.com/office/powerpoint/2010/main" val="3005013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a:t>A Quick Note about Whitespace</a:t>
            </a:r>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The compiler ignores blank lines, called “whitespace”. </a:t>
            </a:r>
          </a:p>
          <a:p>
            <a:r>
              <a:rPr lang="en-US" sz="3200"/>
              <a:t>This includes things like spaces, tabs and new lines.</a:t>
            </a:r>
          </a:p>
          <a:p>
            <a:r>
              <a:rPr lang="en-US" sz="3200"/>
              <a:t>Take advantage of this while writing  code to group things together in logical ways.</a:t>
            </a:r>
          </a:p>
        </p:txBody>
      </p:sp>
    </p:spTree>
    <p:extLst>
      <p:ext uri="{BB962C8B-B14F-4D97-AF65-F5344CB8AC3E}">
        <p14:creationId xmlns:p14="http://schemas.microsoft.com/office/powerpoint/2010/main" val="339649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01760"/>
              <a:gd name="adj2" fmla="val 13442"/>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#include statement.</a:t>
            </a:r>
          </a:p>
          <a:p>
            <a:pPr algn="ctr"/>
            <a:r>
              <a:rPr lang="en-US" sz="2800"/>
              <a:t>Used to pull in code from other files, specifically </a:t>
            </a:r>
            <a:r>
              <a:rPr lang="en-US" sz="2800" i="1"/>
              <a:t>header</a:t>
            </a:r>
            <a:r>
              <a:rPr lang="en-US" sz="2800"/>
              <a:t> files. </a:t>
            </a:r>
          </a:p>
        </p:txBody>
      </p:sp>
    </p:spTree>
    <p:extLst>
      <p:ext uri="{BB962C8B-B14F-4D97-AF65-F5344CB8AC3E}">
        <p14:creationId xmlns:p14="http://schemas.microsoft.com/office/powerpoint/2010/main" val="3426318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dirty="0">
              <a:solidFill>
                <a:srgbClr val="00B050"/>
              </a:solidFill>
            </a:endParaRPr>
          </a:p>
          <a:p>
            <a:r>
              <a:rPr lang="en-US" sz="2800" dirty="0">
                <a:solidFill>
                  <a:srgbClr val="00B050"/>
                </a:solidFill>
              </a:rPr>
              <a:t>// Example program</a:t>
            </a:r>
          </a:p>
          <a:p>
            <a:r>
              <a:rPr lang="en-US" sz="2800" dirty="0">
                <a:solidFill>
                  <a:schemeClr val="accent5">
                    <a:lumMod val="25000"/>
                    <a:lumOff val="75000"/>
                  </a:schemeClr>
                </a:solidFill>
              </a:rPr>
              <a:t>#include </a:t>
            </a:r>
            <a:r>
              <a:rPr lang="en-US" sz="2800" dirty="0">
                <a:solidFill>
                  <a:schemeClr val="accent1">
                    <a:lumMod val="60000"/>
                    <a:lumOff val="40000"/>
                  </a:schemeClr>
                </a:solidFill>
              </a:rPr>
              <a:t>&lt;iostream&gt;</a:t>
            </a:r>
          </a:p>
          <a:p>
            <a:r>
              <a:rPr lang="en-US" sz="2800" dirty="0">
                <a:solidFill>
                  <a:schemeClr val="accent5">
                    <a:lumMod val="25000"/>
                    <a:lumOff val="75000"/>
                  </a:schemeClr>
                </a:solidFill>
              </a:rPr>
              <a:t>#include </a:t>
            </a:r>
            <a:r>
              <a:rPr lang="en-US" sz="2800" dirty="0">
                <a:solidFill>
                  <a:schemeClr val="accent1">
                    <a:lumMod val="60000"/>
                    <a:lumOff val="40000"/>
                  </a:schemeClr>
                </a:solidFill>
              </a:rPr>
              <a:t>&lt;string&gt;</a:t>
            </a:r>
          </a:p>
          <a:p>
            <a:r>
              <a:rPr lang="en-US" sz="2800" dirty="0">
                <a:solidFill>
                  <a:schemeClr val="accent5">
                    <a:lumMod val="50000"/>
                    <a:lumOff val="50000"/>
                  </a:schemeClr>
                </a:solidFill>
              </a:rPr>
              <a:t>int</a:t>
            </a:r>
            <a:r>
              <a:rPr lang="en-US" sz="2800" dirty="0"/>
              <a:t> main(){  </a:t>
            </a:r>
          </a:p>
          <a:p>
            <a:r>
              <a:rPr lang="en-US" sz="2800" dirty="0"/>
              <a:t>      std::</a:t>
            </a:r>
            <a:r>
              <a:rPr lang="en-US" sz="2800" dirty="0" err="1"/>
              <a:t>cout</a:t>
            </a:r>
            <a:r>
              <a:rPr lang="en-US" sz="2800" dirty="0"/>
              <a:t> &lt;&lt; </a:t>
            </a:r>
            <a:r>
              <a:rPr lang="en-US" sz="2800" dirty="0">
                <a:solidFill>
                  <a:schemeClr val="accent2">
                    <a:lumMod val="75000"/>
                  </a:schemeClr>
                </a:solidFill>
              </a:rPr>
              <a:t>"Hello World!"</a:t>
            </a:r>
            <a:r>
              <a:rPr lang="en-US" sz="2800" dirty="0"/>
              <a:t> &lt;&lt; std::</a:t>
            </a:r>
            <a:r>
              <a:rPr lang="en-US" sz="2800" dirty="0" err="1"/>
              <a:t>endl</a:t>
            </a:r>
            <a:r>
              <a:rPr lang="en-US" sz="2800" dirty="0"/>
              <a:t>;</a:t>
            </a:r>
          </a:p>
          <a:p>
            <a:r>
              <a:rPr lang="en-US" sz="2800" dirty="0"/>
              <a:t>      return 0;</a:t>
            </a:r>
          </a:p>
          <a:p>
            <a:r>
              <a:rPr lang="en-US" sz="2800" dirty="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70387"/>
              <a:gd name="adj2" fmla="val 10203"/>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iostream</a:t>
            </a:r>
          </a:p>
          <a:p>
            <a:pPr algn="ctr"/>
            <a:r>
              <a:rPr lang="en-US" sz="2800"/>
              <a:t>Part of the C++ Standard Library, used to help display input and output </a:t>
            </a:r>
          </a:p>
        </p:txBody>
      </p:sp>
      <p:sp>
        <p:nvSpPr>
          <p:cNvPr id="8" name="Down Ribbon 7">
            <a:extLst>
              <a:ext uri="{FF2B5EF4-FFF2-40B4-BE49-F238E27FC236}">
                <a16:creationId xmlns:a16="http://schemas.microsoft.com/office/drawing/2014/main" id="{8B9A81A7-64D6-506C-F6B6-F75F1A61AAD3}"/>
              </a:ext>
            </a:extLst>
          </p:cNvPr>
          <p:cNvSpPr/>
          <p:nvPr/>
        </p:nvSpPr>
        <p:spPr>
          <a:xfrm>
            <a:off x="6825903" y="5343467"/>
            <a:ext cx="4734560" cy="680720"/>
          </a:xfrm>
          <a:prstGeom prst="ribb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 used in Unreal</a:t>
            </a:r>
          </a:p>
        </p:txBody>
      </p:sp>
    </p:spTree>
    <p:extLst>
      <p:ext uri="{BB962C8B-B14F-4D97-AF65-F5344CB8AC3E}">
        <p14:creationId xmlns:p14="http://schemas.microsoft.com/office/powerpoint/2010/main" val="39592596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77161"/>
              <a:gd name="adj2" fmla="val 29636"/>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string</a:t>
            </a:r>
          </a:p>
          <a:p>
            <a:pPr algn="ctr"/>
            <a:r>
              <a:rPr lang="en-US" sz="2800"/>
              <a:t>Part of the C++ Standard Library, used to handle strings (not included in base C++ features)</a:t>
            </a:r>
          </a:p>
        </p:txBody>
      </p:sp>
      <p:sp>
        <p:nvSpPr>
          <p:cNvPr id="4" name="Down Ribbon 3">
            <a:extLst>
              <a:ext uri="{FF2B5EF4-FFF2-40B4-BE49-F238E27FC236}">
                <a16:creationId xmlns:a16="http://schemas.microsoft.com/office/drawing/2014/main" id="{2B07602C-229B-ABB9-0E86-665E9A5DE1CA}"/>
              </a:ext>
            </a:extLst>
          </p:cNvPr>
          <p:cNvSpPr/>
          <p:nvPr/>
        </p:nvSpPr>
        <p:spPr>
          <a:xfrm>
            <a:off x="6825903" y="5343467"/>
            <a:ext cx="4734560" cy="680720"/>
          </a:xfrm>
          <a:prstGeom prst="ribb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 used in Unreal</a:t>
            </a:r>
          </a:p>
        </p:txBody>
      </p:sp>
    </p:spTree>
    <p:extLst>
      <p:ext uri="{BB962C8B-B14F-4D97-AF65-F5344CB8AC3E}">
        <p14:creationId xmlns:p14="http://schemas.microsoft.com/office/powerpoint/2010/main" val="2529841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94452"/>
              <a:gd name="adj2" fmla="val 49474"/>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main()</a:t>
            </a:r>
          </a:p>
          <a:p>
            <a:pPr algn="ctr"/>
            <a:r>
              <a:rPr lang="en-US" sz="2800"/>
              <a:t>ALL C++ PROGRAMS MUST HAVE A FUNCTION MAIN() AS THE STARTING POINT FOR THE PROGRAM</a:t>
            </a:r>
          </a:p>
        </p:txBody>
      </p:sp>
    </p:spTree>
    <p:extLst>
      <p:ext uri="{BB962C8B-B14F-4D97-AF65-F5344CB8AC3E}">
        <p14:creationId xmlns:p14="http://schemas.microsoft.com/office/powerpoint/2010/main" val="16070843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14773"/>
              <a:gd name="adj2" fmla="val 4623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int main()</a:t>
            </a:r>
          </a:p>
          <a:p>
            <a:pPr algn="ctr"/>
            <a:r>
              <a:rPr lang="en-US" sz="2800"/>
              <a:t>main() function returns an integer when it’s done. 0 if there are no errors (more on that later)</a:t>
            </a:r>
          </a:p>
        </p:txBody>
      </p:sp>
    </p:spTree>
    <p:extLst>
      <p:ext uri="{BB962C8B-B14F-4D97-AF65-F5344CB8AC3E}">
        <p14:creationId xmlns:p14="http://schemas.microsoft.com/office/powerpoint/2010/main" val="3762590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92313"/>
              <a:gd name="adj2" fmla="val 48259"/>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 and }</a:t>
            </a:r>
          </a:p>
          <a:p>
            <a:pPr algn="ctr"/>
            <a:r>
              <a:rPr lang="en-US" sz="2800"/>
              <a:t>Mark the beginning and end of a </a:t>
            </a:r>
            <a:r>
              <a:rPr lang="en-US" sz="2800" i="1"/>
              <a:t>code block</a:t>
            </a:r>
            <a:r>
              <a:rPr lang="en-US" sz="2800"/>
              <a:t> found inside of a function.</a:t>
            </a:r>
          </a:p>
        </p:txBody>
      </p:sp>
    </p:spTree>
    <p:extLst>
      <p:ext uri="{BB962C8B-B14F-4D97-AF65-F5344CB8AC3E}">
        <p14:creationId xmlns:p14="http://schemas.microsoft.com/office/powerpoint/2010/main" val="2466625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85005"/>
              <a:gd name="adj2" fmla="val 6728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&lt;&lt;</a:t>
            </a:r>
          </a:p>
          <a:p>
            <a:pPr algn="ctr"/>
            <a:r>
              <a:rPr lang="en-US" sz="2800"/>
              <a:t>Output operator: Sends the string to </a:t>
            </a:r>
            <a:r>
              <a:rPr lang="en-US" sz="2800" err="1"/>
              <a:t>cout</a:t>
            </a:r>
            <a:r>
              <a:rPr lang="en-US" sz="2800"/>
              <a:t>. </a:t>
            </a:r>
          </a:p>
          <a:p>
            <a:pPr algn="ctr"/>
            <a:r>
              <a:rPr lang="en-US" sz="2800"/>
              <a:t>Funnels from the open side into the pointy side.</a:t>
            </a:r>
          </a:p>
        </p:txBody>
      </p:sp>
    </p:spTree>
    <p:extLst>
      <p:ext uri="{BB962C8B-B14F-4D97-AF65-F5344CB8AC3E}">
        <p14:creationId xmlns:p14="http://schemas.microsoft.com/office/powerpoint/2010/main" val="24244486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04613"/>
              <a:gd name="adj2" fmla="val 6647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std</a:t>
            </a:r>
          </a:p>
          <a:p>
            <a:pPr algn="ctr"/>
            <a:r>
              <a:rPr lang="en-US" sz="2800"/>
              <a:t>A </a:t>
            </a:r>
            <a:r>
              <a:rPr lang="en-US" sz="2800" i="1"/>
              <a:t>namespace</a:t>
            </a:r>
            <a:r>
              <a:rPr lang="en-US" sz="2800"/>
              <a:t> that indicates that we are referring to the </a:t>
            </a:r>
            <a:r>
              <a:rPr lang="en-US" sz="2800" err="1"/>
              <a:t>cout</a:t>
            </a:r>
            <a:r>
              <a:rPr lang="en-US" sz="2800"/>
              <a:t> in the standard (std) library.</a:t>
            </a:r>
          </a:p>
        </p:txBody>
      </p:sp>
    </p:spTree>
    <p:extLst>
      <p:ext uri="{BB962C8B-B14F-4D97-AF65-F5344CB8AC3E}">
        <p14:creationId xmlns:p14="http://schemas.microsoft.com/office/powerpoint/2010/main" val="598209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AD850-B5A8-EDA9-A67A-656DC2D7786E}"/>
              </a:ext>
            </a:extLst>
          </p:cNvPr>
          <p:cNvSpPr>
            <a:spLocks noGrp="1"/>
          </p:cNvSpPr>
          <p:nvPr>
            <p:ph type="title"/>
          </p:nvPr>
        </p:nvSpPr>
        <p:spPr>
          <a:xfrm>
            <a:off x="539827" y="466344"/>
            <a:ext cx="10944249" cy="844663"/>
          </a:xfrm>
        </p:spPr>
        <p:txBody>
          <a:bodyPr/>
          <a:lstStyle/>
          <a:p>
            <a:r>
              <a:rPr lang="en-US" err="1"/>
              <a:t>NAmespace</a:t>
            </a:r>
            <a:endParaRPr lang="en-US"/>
          </a:p>
        </p:txBody>
      </p:sp>
      <p:sp>
        <p:nvSpPr>
          <p:cNvPr id="4" name="Content Placeholder 3">
            <a:extLst>
              <a:ext uri="{FF2B5EF4-FFF2-40B4-BE49-F238E27FC236}">
                <a16:creationId xmlns:a16="http://schemas.microsoft.com/office/drawing/2014/main" id="{C565FD14-0352-8952-D57C-3F873FF3A6E5}"/>
              </a:ext>
            </a:extLst>
          </p:cNvPr>
          <p:cNvSpPr>
            <a:spLocks noGrp="1"/>
          </p:cNvSpPr>
          <p:nvPr>
            <p:ph idx="1"/>
          </p:nvPr>
        </p:nvSpPr>
        <p:spPr>
          <a:xfrm>
            <a:off x="539827" y="1465243"/>
            <a:ext cx="10944249" cy="4295477"/>
          </a:xfrm>
        </p:spPr>
        <p:txBody>
          <a:bodyPr>
            <a:normAutofit/>
          </a:bodyPr>
          <a:lstStyle/>
          <a:p>
            <a:r>
              <a:rPr lang="en-US" sz="3200"/>
              <a:t>It’s like an area code.</a:t>
            </a:r>
          </a:p>
          <a:p>
            <a:r>
              <a:rPr lang="en-US" sz="3200"/>
              <a:t>2 people can have the same phone number: 867-5309</a:t>
            </a:r>
          </a:p>
          <a:p>
            <a:r>
              <a:rPr lang="en-US" sz="3200"/>
              <a:t>We use Area codes to as an extra way to indicate “do we mean the 867-5309 in Southside Chicago (773) or in San Francisco (415)</a:t>
            </a:r>
          </a:p>
          <a:p>
            <a:r>
              <a:rPr lang="en-US" sz="3200"/>
              <a:t>Namespaces let us have functions with the same name as other libraries without worrying about it</a:t>
            </a:r>
          </a:p>
        </p:txBody>
      </p:sp>
    </p:spTree>
    <p:extLst>
      <p:ext uri="{BB962C8B-B14F-4D97-AF65-F5344CB8AC3E}">
        <p14:creationId xmlns:p14="http://schemas.microsoft.com/office/powerpoint/2010/main" val="3637785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04613"/>
              <a:gd name="adj2" fmla="val 6647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a:t>
            </a:r>
          </a:p>
          <a:p>
            <a:pPr algn="ctr"/>
            <a:r>
              <a:rPr lang="en-US" sz="2800" i="1"/>
              <a:t>Scope Resolution Operator</a:t>
            </a:r>
            <a:r>
              <a:rPr lang="en-US" sz="2800"/>
              <a:t>: Basically says “Look in here for this”</a:t>
            </a:r>
          </a:p>
        </p:txBody>
      </p:sp>
    </p:spTree>
    <p:extLst>
      <p:ext uri="{BB962C8B-B14F-4D97-AF65-F5344CB8AC3E}">
        <p14:creationId xmlns:p14="http://schemas.microsoft.com/office/powerpoint/2010/main" val="23758847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20834"/>
              <a:gd name="adj2" fmla="val 63238"/>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err="1"/>
              <a:t>endl</a:t>
            </a:r>
            <a:endParaRPr lang="en-US" sz="2800" u="sng"/>
          </a:p>
          <a:p>
            <a:pPr algn="ctr"/>
            <a:r>
              <a:rPr lang="en-US" sz="2800"/>
              <a:t>End Line.</a:t>
            </a:r>
          </a:p>
          <a:p>
            <a:pPr algn="ctr"/>
            <a:r>
              <a:rPr lang="en-US" sz="2800"/>
              <a:t>Like pressing the enter key</a:t>
            </a:r>
          </a:p>
        </p:txBody>
      </p:sp>
    </p:spTree>
    <p:extLst>
      <p:ext uri="{BB962C8B-B14F-4D97-AF65-F5344CB8AC3E}">
        <p14:creationId xmlns:p14="http://schemas.microsoft.com/office/powerpoint/2010/main" val="288058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50000"/>
                    <a:lumOff val="50000"/>
                  </a:schemeClr>
                </a:solidFill>
              </a:rPr>
              <a:t>int</a:t>
            </a:r>
            <a:r>
              <a:rPr lang="en-US" sz="2800"/>
              <a:t> main(){  </a:t>
            </a:r>
          </a:p>
          <a:p>
            <a:r>
              <a:rPr lang="en-US" sz="2800"/>
              <a:t>      std::</a:t>
            </a:r>
            <a:r>
              <a:rPr lang="en-US" sz="2800" err="1"/>
              <a:t>cout</a:t>
            </a:r>
            <a:r>
              <a:rPr lang="en-US" sz="2800"/>
              <a:t> &lt;&lt; </a:t>
            </a:r>
            <a:r>
              <a:rPr lang="en-US" sz="2800">
                <a:solidFill>
                  <a:schemeClr val="accent2">
                    <a:lumMod val="75000"/>
                  </a:schemeClr>
                </a:solidFill>
              </a:rPr>
              <a:t>"Hello World!"</a:t>
            </a:r>
            <a:r>
              <a:rPr lang="en-US" sz="2800"/>
              <a:t> &lt;&lt; std::</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4060"/>
              <a:gd name="adj2" fmla="val 65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a:t>
            </a:r>
          </a:p>
          <a:p>
            <a:pPr algn="ctr"/>
            <a:r>
              <a:rPr lang="en-US" sz="2800"/>
              <a:t>Statement termination. </a:t>
            </a:r>
          </a:p>
          <a:p>
            <a:pPr algn="ctr"/>
            <a:r>
              <a:rPr lang="en-US" sz="2800"/>
              <a:t>Like a period at the end of a sentence</a:t>
            </a:r>
          </a:p>
        </p:txBody>
      </p:sp>
    </p:spTree>
    <p:extLst>
      <p:ext uri="{BB962C8B-B14F-4D97-AF65-F5344CB8AC3E}">
        <p14:creationId xmlns:p14="http://schemas.microsoft.com/office/powerpoint/2010/main" val="18762964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034403-7D70-7C76-B2BE-2ED328B72794}"/>
              </a:ext>
            </a:extLst>
          </p:cNvPr>
          <p:cNvSpPr>
            <a:spLocks noGrp="1"/>
          </p:cNvSpPr>
          <p:nvPr>
            <p:ph type="ctrTitle"/>
          </p:nvPr>
        </p:nvSpPr>
        <p:spPr/>
        <p:txBody>
          <a:bodyPr/>
          <a:lstStyle/>
          <a:p>
            <a:r>
              <a:rPr lang="en-US"/>
              <a:t>Let’s go run the code</a:t>
            </a:r>
          </a:p>
        </p:txBody>
      </p:sp>
    </p:spTree>
    <p:extLst>
      <p:ext uri="{BB962C8B-B14F-4D97-AF65-F5344CB8AC3E}">
        <p14:creationId xmlns:p14="http://schemas.microsoft.com/office/powerpoint/2010/main" val="46333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0694E-E0A3-1A6D-C074-47D0C06B08BF}"/>
              </a:ext>
            </a:extLst>
          </p:cNvPr>
          <p:cNvSpPr>
            <a:spLocks noGrp="1"/>
          </p:cNvSpPr>
          <p:nvPr>
            <p:ph type="title"/>
          </p:nvPr>
        </p:nvSpPr>
        <p:spPr>
          <a:xfrm>
            <a:off x="1423556" y="365760"/>
            <a:ext cx="9930244" cy="746067"/>
          </a:xfrm>
        </p:spPr>
        <p:txBody>
          <a:bodyPr/>
          <a:lstStyle/>
          <a:p>
            <a:r>
              <a:rPr lang="en-US"/>
              <a:t>Our First C++ Program v2</a:t>
            </a:r>
          </a:p>
        </p:txBody>
      </p:sp>
      <p:sp>
        <p:nvSpPr>
          <p:cNvPr id="3" name="Content Placeholder 2">
            <a:extLst>
              <a:ext uri="{FF2B5EF4-FFF2-40B4-BE49-F238E27FC236}">
                <a16:creationId xmlns:a16="http://schemas.microsoft.com/office/drawing/2014/main" id="{0970AC0E-EB0C-4422-AC3D-921B46996BAF}"/>
              </a:ext>
            </a:extLst>
          </p:cNvPr>
          <p:cNvSpPr>
            <a:spLocks noGrp="1"/>
          </p:cNvSpPr>
          <p:nvPr>
            <p:ph sz="quarter" idx="13"/>
          </p:nvPr>
        </p:nvSpPr>
        <p:spPr>
          <a:xfrm>
            <a:off x="838199" y="365761"/>
            <a:ext cx="7017328" cy="5796210"/>
          </a:xfrm>
        </p:spPr>
        <p:txBody>
          <a:bodyPr anchor="ctr">
            <a:normAutofit/>
          </a:bodyPr>
          <a:lstStyle/>
          <a:p>
            <a:endParaRPr lang="en-US" sz="2800">
              <a:solidFill>
                <a:srgbClr val="00B050"/>
              </a:solidFill>
            </a:endParaRPr>
          </a:p>
          <a:p>
            <a:r>
              <a:rPr lang="en-US" sz="2800">
                <a:solidFill>
                  <a:srgbClr val="00B050"/>
                </a:solidFill>
              </a:rPr>
              <a:t>// Example program</a:t>
            </a:r>
          </a:p>
          <a:p>
            <a:r>
              <a:rPr lang="en-US" sz="2800">
                <a:solidFill>
                  <a:schemeClr val="accent5">
                    <a:lumMod val="25000"/>
                    <a:lumOff val="75000"/>
                  </a:schemeClr>
                </a:solidFill>
              </a:rPr>
              <a:t>#include </a:t>
            </a:r>
            <a:r>
              <a:rPr lang="en-US" sz="2800">
                <a:solidFill>
                  <a:schemeClr val="accent1">
                    <a:lumMod val="60000"/>
                    <a:lumOff val="40000"/>
                  </a:schemeClr>
                </a:solidFill>
              </a:rPr>
              <a:t>&lt;iostream&gt;</a:t>
            </a:r>
          </a:p>
          <a:p>
            <a:r>
              <a:rPr lang="en-US" sz="2800">
                <a:solidFill>
                  <a:schemeClr val="accent5">
                    <a:lumMod val="25000"/>
                    <a:lumOff val="75000"/>
                  </a:schemeClr>
                </a:solidFill>
              </a:rPr>
              <a:t>#include </a:t>
            </a:r>
            <a:r>
              <a:rPr lang="en-US" sz="2800">
                <a:solidFill>
                  <a:schemeClr val="accent1">
                    <a:lumMod val="60000"/>
                    <a:lumOff val="40000"/>
                  </a:schemeClr>
                </a:solidFill>
              </a:rPr>
              <a:t>&lt;string&gt;</a:t>
            </a:r>
          </a:p>
          <a:p>
            <a:r>
              <a:rPr lang="en-US" sz="2800">
                <a:solidFill>
                  <a:schemeClr val="accent5">
                    <a:lumMod val="25000"/>
                    <a:lumOff val="75000"/>
                  </a:schemeClr>
                </a:solidFill>
              </a:rPr>
              <a:t>using</a:t>
            </a:r>
            <a:r>
              <a:rPr lang="en-US" sz="2800"/>
              <a:t> namespace std;</a:t>
            </a:r>
          </a:p>
          <a:p>
            <a:r>
              <a:rPr lang="en-US" sz="2800">
                <a:solidFill>
                  <a:schemeClr val="accent5">
                    <a:lumMod val="50000"/>
                    <a:lumOff val="50000"/>
                  </a:schemeClr>
                </a:solidFill>
              </a:rPr>
              <a:t>int</a:t>
            </a:r>
            <a:r>
              <a:rPr lang="en-US" sz="2800"/>
              <a:t> main(){  </a:t>
            </a:r>
          </a:p>
          <a:p>
            <a:r>
              <a:rPr lang="en-US" sz="2800"/>
              <a:t>      </a:t>
            </a:r>
            <a:r>
              <a:rPr lang="en-US" sz="2800" err="1"/>
              <a:t>cout</a:t>
            </a:r>
            <a:r>
              <a:rPr lang="en-US" sz="2800"/>
              <a:t> &lt;&lt; </a:t>
            </a:r>
            <a:r>
              <a:rPr lang="en-US" sz="2800">
                <a:solidFill>
                  <a:schemeClr val="accent2">
                    <a:lumMod val="75000"/>
                  </a:schemeClr>
                </a:solidFill>
              </a:rPr>
              <a:t>"Hello World!"</a:t>
            </a:r>
            <a:r>
              <a:rPr lang="en-US" sz="2800"/>
              <a:t> &lt;&lt; </a:t>
            </a:r>
            <a:r>
              <a:rPr lang="en-US" sz="2800" err="1"/>
              <a:t>endl</a:t>
            </a:r>
            <a:r>
              <a:rPr lang="en-US" sz="2800"/>
              <a:t>;</a:t>
            </a:r>
          </a:p>
          <a:p>
            <a:r>
              <a:rPr lang="en-US" sz="2800"/>
              <a:t>      return 0;</a:t>
            </a:r>
          </a:p>
          <a:p>
            <a:r>
              <a:rPr lang="en-US" sz="2800"/>
              <a:t>}</a:t>
            </a:r>
          </a:p>
        </p:txBody>
      </p:sp>
      <p:sp>
        <p:nvSpPr>
          <p:cNvPr id="7" name="Speech Bubble: Rectangle 6">
            <a:extLst>
              <a:ext uri="{FF2B5EF4-FFF2-40B4-BE49-F238E27FC236}">
                <a16:creationId xmlns:a16="http://schemas.microsoft.com/office/drawing/2014/main" id="{CEE06486-288D-89D1-6D95-68867F827651}"/>
              </a:ext>
            </a:extLst>
          </p:cNvPr>
          <p:cNvSpPr/>
          <p:nvPr/>
        </p:nvSpPr>
        <p:spPr>
          <a:xfrm>
            <a:off x="5060373" y="945573"/>
            <a:ext cx="5829300" cy="2566554"/>
          </a:xfrm>
          <a:prstGeom prst="wedgeRectCallout">
            <a:avLst>
              <a:gd name="adj1" fmla="val -109069"/>
              <a:gd name="adj2" fmla="val 34493"/>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u="sng"/>
              <a:t>using namespace …</a:t>
            </a:r>
          </a:p>
          <a:p>
            <a:pPr algn="ctr"/>
            <a:r>
              <a:rPr lang="en-US" sz="2800"/>
              <a:t>Tells the compiler “whenever we have something that might be from std, then assume it’s from std, so bring it all in”</a:t>
            </a:r>
          </a:p>
        </p:txBody>
      </p:sp>
      <p:sp>
        <p:nvSpPr>
          <p:cNvPr id="4" name="Speech Bubble: Rectangle 3">
            <a:extLst>
              <a:ext uri="{FF2B5EF4-FFF2-40B4-BE49-F238E27FC236}">
                <a16:creationId xmlns:a16="http://schemas.microsoft.com/office/drawing/2014/main" id="{5C5FBB60-EE1C-EA6E-1295-F6FB445AFDD9}"/>
              </a:ext>
            </a:extLst>
          </p:cNvPr>
          <p:cNvSpPr/>
          <p:nvPr/>
        </p:nvSpPr>
        <p:spPr>
          <a:xfrm>
            <a:off x="6504709" y="4384964"/>
            <a:ext cx="2452255" cy="1777007"/>
          </a:xfrm>
          <a:prstGeom prst="wedgeRectCallout">
            <a:avLst>
              <a:gd name="adj1" fmla="val -103884"/>
              <a:gd name="adj2" fmla="val -462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Note that we don’t have to do std::</a:t>
            </a:r>
            <a:r>
              <a:rPr lang="en-US" err="1"/>
              <a:t>endl</a:t>
            </a:r>
            <a:r>
              <a:rPr lang="en-US"/>
              <a:t> anymore</a:t>
            </a:r>
          </a:p>
        </p:txBody>
      </p:sp>
    </p:spTree>
    <p:extLst>
      <p:ext uri="{BB962C8B-B14F-4D97-AF65-F5344CB8AC3E}">
        <p14:creationId xmlns:p14="http://schemas.microsoft.com/office/powerpoint/2010/main" val="357275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nalogue wall clock">
            <a:extLst>
              <a:ext uri="{FF2B5EF4-FFF2-40B4-BE49-F238E27FC236}">
                <a16:creationId xmlns:a16="http://schemas.microsoft.com/office/drawing/2014/main" id="{E6555366-027F-03CE-957A-17F457CD935A}"/>
              </a:ext>
            </a:extLst>
          </p:cNvPr>
          <p:cNvPicPr>
            <a:picLocks noChangeAspect="1"/>
          </p:cNvPicPr>
          <p:nvPr/>
        </p:nvPicPr>
        <p:blipFill>
          <a:blip r:embed="rId2"/>
          <a:srcRect t="6514" b="8900"/>
          <a:stretch/>
        </p:blipFill>
        <p:spPr>
          <a:xfrm>
            <a:off x="20" y="10"/>
            <a:ext cx="12191980" cy="6857990"/>
          </a:xfrm>
          <a:prstGeom prst="rect">
            <a:avLst/>
          </a:prstGeom>
          <a:noFill/>
        </p:spPr>
      </p:pic>
      <p:sp>
        <p:nvSpPr>
          <p:cNvPr id="3" name="Title 2">
            <a:extLst>
              <a:ext uri="{FF2B5EF4-FFF2-40B4-BE49-F238E27FC236}">
                <a16:creationId xmlns:a16="http://schemas.microsoft.com/office/drawing/2014/main" id="{FB034403-7D70-7C76-B2BE-2ED328B72794}"/>
              </a:ext>
            </a:extLst>
          </p:cNvPr>
          <p:cNvSpPr>
            <a:spLocks noGrp="1"/>
          </p:cNvSpPr>
          <p:nvPr>
            <p:ph type="ctrTitle"/>
          </p:nvPr>
        </p:nvSpPr>
        <p:spPr>
          <a:xfrm>
            <a:off x="1524000" y="2286000"/>
            <a:ext cx="9144000" cy="2286000"/>
          </a:xfrm>
        </p:spPr>
        <p:txBody>
          <a:bodyPr anchor="ctr">
            <a:normAutofit/>
          </a:bodyPr>
          <a:lstStyle/>
          <a:p>
            <a:r>
              <a:rPr lang="en-US">
                <a:solidFill>
                  <a:schemeClr val="tx1"/>
                </a:solidFill>
              </a:rPr>
              <a:t>Time for some Review</a:t>
            </a:r>
          </a:p>
        </p:txBody>
      </p:sp>
    </p:spTree>
    <p:extLst>
      <p:ext uri="{BB962C8B-B14F-4D97-AF65-F5344CB8AC3E}">
        <p14:creationId xmlns:p14="http://schemas.microsoft.com/office/powerpoint/2010/main" val="14765333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0EC5-7345-931E-C1A0-9BBBBF282682}"/>
              </a:ext>
            </a:extLst>
          </p:cNvPr>
          <p:cNvSpPr>
            <a:spLocks noGrp="1"/>
          </p:cNvSpPr>
          <p:nvPr>
            <p:ph type="title"/>
          </p:nvPr>
        </p:nvSpPr>
        <p:spPr>
          <a:xfrm>
            <a:off x="838200" y="365760"/>
            <a:ext cx="5621595" cy="1325880"/>
          </a:xfrm>
        </p:spPr>
        <p:txBody>
          <a:bodyPr>
            <a:normAutofit/>
          </a:bodyPr>
          <a:lstStyle/>
          <a:p>
            <a:r>
              <a:rPr lang="en-US"/>
              <a:t>Data Types</a:t>
            </a:r>
          </a:p>
        </p:txBody>
      </p:sp>
      <p:sp>
        <p:nvSpPr>
          <p:cNvPr id="3" name="Content Placeholder 2">
            <a:extLst>
              <a:ext uri="{FF2B5EF4-FFF2-40B4-BE49-F238E27FC236}">
                <a16:creationId xmlns:a16="http://schemas.microsoft.com/office/drawing/2014/main" id="{3FBE9FDD-D899-81AB-2B5F-FE3456F02F1C}"/>
              </a:ext>
            </a:extLst>
          </p:cNvPr>
          <p:cNvSpPr>
            <a:spLocks noGrp="1"/>
          </p:cNvSpPr>
          <p:nvPr>
            <p:ph sz="quarter" idx="13"/>
          </p:nvPr>
        </p:nvSpPr>
        <p:spPr/>
        <p:txBody>
          <a:bodyPr>
            <a:normAutofit/>
          </a:bodyPr>
          <a:lstStyle/>
          <a:p>
            <a:r>
              <a:rPr lang="en-US" sz="2800"/>
              <a:t>C++ is </a:t>
            </a:r>
            <a:r>
              <a:rPr lang="en-US" sz="2800" i="1"/>
              <a:t>strongly-typed</a:t>
            </a:r>
            <a:r>
              <a:rPr lang="en-US" sz="2800"/>
              <a:t>, which means that when working with data, you must define the TYPE of data that it is.</a:t>
            </a:r>
          </a:p>
          <a:p>
            <a:pPr lvl="1"/>
            <a:r>
              <a:rPr lang="en-US" sz="2800"/>
              <a:t>EX: 13 and “13” are not the same</a:t>
            </a:r>
          </a:p>
        </p:txBody>
      </p:sp>
      <p:sp>
        <p:nvSpPr>
          <p:cNvPr id="4" name="Content Placeholder 3">
            <a:extLst>
              <a:ext uri="{FF2B5EF4-FFF2-40B4-BE49-F238E27FC236}">
                <a16:creationId xmlns:a16="http://schemas.microsoft.com/office/drawing/2014/main" id="{E77AACB4-7670-0139-6981-9F01236B8B47}"/>
              </a:ext>
            </a:extLst>
          </p:cNvPr>
          <p:cNvSpPr>
            <a:spLocks noGrp="1"/>
          </p:cNvSpPr>
          <p:nvPr>
            <p:ph sz="quarter" idx="14"/>
          </p:nvPr>
        </p:nvSpPr>
        <p:spPr/>
        <p:txBody>
          <a:bodyPr/>
          <a:lstStyle/>
          <a:p>
            <a:endParaRPr lang="en-US"/>
          </a:p>
        </p:txBody>
      </p:sp>
      <p:pic>
        <p:nvPicPr>
          <p:cNvPr id="7" name="Graphic 6" descr="Error">
            <a:extLst>
              <a:ext uri="{FF2B5EF4-FFF2-40B4-BE49-F238E27FC236}">
                <a16:creationId xmlns:a16="http://schemas.microsoft.com/office/drawing/2014/main" id="{CCA0CE02-E0E6-49EC-E1B7-318AA470299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3992" y="704054"/>
            <a:ext cx="5449889" cy="5449889"/>
          </a:xfrm>
          <a:prstGeom prst="rect">
            <a:avLst/>
          </a:prstGeom>
          <a:effectLst/>
        </p:spPr>
      </p:pic>
    </p:spTree>
    <p:extLst>
      <p:ext uri="{BB962C8B-B14F-4D97-AF65-F5344CB8AC3E}">
        <p14:creationId xmlns:p14="http://schemas.microsoft.com/office/powerpoint/2010/main" val="36895357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7559-E3EE-ED73-B9EA-31211C024F69}"/>
              </a:ext>
            </a:extLst>
          </p:cNvPr>
          <p:cNvSpPr>
            <a:spLocks noGrp="1"/>
          </p:cNvSpPr>
          <p:nvPr>
            <p:ph type="title"/>
          </p:nvPr>
        </p:nvSpPr>
        <p:spPr/>
        <p:txBody>
          <a:bodyPr/>
          <a:lstStyle/>
          <a:p>
            <a:r>
              <a:rPr lang="en-US"/>
              <a:t>Numerical Data Types</a:t>
            </a:r>
          </a:p>
        </p:txBody>
      </p:sp>
      <p:sp>
        <p:nvSpPr>
          <p:cNvPr id="3" name="Content Placeholder 2">
            <a:extLst>
              <a:ext uri="{FF2B5EF4-FFF2-40B4-BE49-F238E27FC236}">
                <a16:creationId xmlns:a16="http://schemas.microsoft.com/office/drawing/2014/main" id="{44DF2540-D21D-DB7F-0BF5-C05C0E86552F}"/>
              </a:ext>
            </a:extLst>
          </p:cNvPr>
          <p:cNvSpPr>
            <a:spLocks noGrp="1"/>
          </p:cNvSpPr>
          <p:nvPr>
            <p:ph sz="quarter" idx="13"/>
          </p:nvPr>
        </p:nvSpPr>
        <p:spPr>
          <a:xfrm>
            <a:off x="838199" y="1587063"/>
            <a:ext cx="6601692" cy="4574908"/>
          </a:xfrm>
        </p:spPr>
        <p:txBody>
          <a:bodyPr>
            <a:normAutofit/>
          </a:bodyPr>
          <a:lstStyle/>
          <a:p>
            <a:r>
              <a:rPr lang="en-US" sz="2000" b="1"/>
              <a:t>int</a:t>
            </a:r>
          </a:p>
          <a:p>
            <a:pPr lvl="1"/>
            <a:r>
              <a:rPr lang="en-US" sz="2000"/>
              <a:t>Integer numbers (whole numbers)</a:t>
            </a:r>
          </a:p>
          <a:p>
            <a:pPr lvl="1"/>
            <a:r>
              <a:rPr lang="en-US" sz="2000"/>
              <a:t>EX: 3</a:t>
            </a:r>
          </a:p>
          <a:p>
            <a:pPr lvl="1"/>
            <a:r>
              <a:rPr lang="en-US" sz="2000"/>
              <a:t>Has a max value, but you can’t have rounding errors</a:t>
            </a:r>
          </a:p>
          <a:p>
            <a:r>
              <a:rPr lang="en-US" sz="2000" b="1"/>
              <a:t>float</a:t>
            </a:r>
          </a:p>
          <a:p>
            <a:pPr lvl="1"/>
            <a:r>
              <a:rPr lang="en-US" sz="2000"/>
              <a:t>Floating Point (decimal) numbers.</a:t>
            </a:r>
          </a:p>
          <a:p>
            <a:pPr lvl="1"/>
            <a:r>
              <a:rPr lang="en-US" sz="2000"/>
              <a:t>EX: 3.14</a:t>
            </a:r>
          </a:p>
          <a:p>
            <a:pPr lvl="1"/>
            <a:r>
              <a:rPr lang="en-US" sz="2000"/>
              <a:t>Has a max value, but can give you rounding errors</a:t>
            </a:r>
          </a:p>
          <a:p>
            <a:pPr lvl="2"/>
            <a:r>
              <a:rPr lang="en-US" sz="2000"/>
              <a:t>3.0 is not the same as 3.0000000000000001</a:t>
            </a:r>
          </a:p>
        </p:txBody>
      </p:sp>
      <p:sp>
        <p:nvSpPr>
          <p:cNvPr id="5" name="Rectangle 4">
            <a:extLst>
              <a:ext uri="{FF2B5EF4-FFF2-40B4-BE49-F238E27FC236}">
                <a16:creationId xmlns:a16="http://schemas.microsoft.com/office/drawing/2014/main" id="{2BCB28AC-04FF-2731-C7AF-2DBD3D555CD4}"/>
              </a:ext>
            </a:extLst>
          </p:cNvPr>
          <p:cNvSpPr/>
          <p:nvPr/>
        </p:nvSpPr>
        <p:spPr>
          <a:xfrm>
            <a:off x="7746124" y="1587062"/>
            <a:ext cx="4088524" cy="443536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25; </a:t>
            </a: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r>
              <a:rPr lang="en-US" sz="2400">
                <a:solidFill>
                  <a:schemeClr val="accent2"/>
                </a:solidFill>
                <a:latin typeface="Courier New" panose="02070309020205020404" pitchFamily="49" charset="0"/>
                <a:cs typeface="Courier New" panose="02070309020205020404" pitchFamily="49" charset="0"/>
              </a:rPr>
              <a:t>float</a:t>
            </a:r>
            <a:r>
              <a:rPr lang="en-US" sz="2400">
                <a:latin typeface="Courier New" panose="02070309020205020404" pitchFamily="49" charset="0"/>
                <a:cs typeface="Courier New" panose="02070309020205020404" pitchFamily="49" charset="0"/>
              </a:rPr>
              <a:t> height = 5.9f;</a:t>
            </a:r>
          </a:p>
        </p:txBody>
      </p:sp>
    </p:spTree>
    <p:extLst>
      <p:ext uri="{BB962C8B-B14F-4D97-AF65-F5344CB8AC3E}">
        <p14:creationId xmlns:p14="http://schemas.microsoft.com/office/powerpoint/2010/main" val="673130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7559-E3EE-ED73-B9EA-31211C024F69}"/>
              </a:ext>
            </a:extLst>
          </p:cNvPr>
          <p:cNvSpPr>
            <a:spLocks noGrp="1"/>
          </p:cNvSpPr>
          <p:nvPr>
            <p:ph type="title"/>
          </p:nvPr>
        </p:nvSpPr>
        <p:spPr/>
        <p:txBody>
          <a:bodyPr/>
          <a:lstStyle/>
          <a:p>
            <a:r>
              <a:rPr lang="en-US"/>
              <a:t>Boolean Data Type</a:t>
            </a:r>
          </a:p>
        </p:txBody>
      </p:sp>
      <p:sp>
        <p:nvSpPr>
          <p:cNvPr id="3" name="Content Placeholder 2">
            <a:extLst>
              <a:ext uri="{FF2B5EF4-FFF2-40B4-BE49-F238E27FC236}">
                <a16:creationId xmlns:a16="http://schemas.microsoft.com/office/drawing/2014/main" id="{44DF2540-D21D-DB7F-0BF5-C05C0E86552F}"/>
              </a:ext>
            </a:extLst>
          </p:cNvPr>
          <p:cNvSpPr>
            <a:spLocks noGrp="1"/>
          </p:cNvSpPr>
          <p:nvPr>
            <p:ph sz="quarter" idx="13"/>
          </p:nvPr>
        </p:nvSpPr>
        <p:spPr>
          <a:xfrm>
            <a:off x="838199" y="1587063"/>
            <a:ext cx="5212079" cy="4574908"/>
          </a:xfrm>
        </p:spPr>
        <p:txBody>
          <a:bodyPr>
            <a:normAutofit/>
          </a:bodyPr>
          <a:lstStyle/>
          <a:p>
            <a:r>
              <a:rPr lang="en-US" sz="2800" b="1"/>
              <a:t>bool</a:t>
            </a:r>
          </a:p>
          <a:p>
            <a:pPr lvl="1"/>
            <a:r>
              <a:rPr lang="en-US" sz="2800"/>
              <a:t>Boolean is either true or false.</a:t>
            </a:r>
          </a:p>
          <a:p>
            <a:pPr lvl="1"/>
            <a:r>
              <a:rPr lang="en-US" sz="2800"/>
              <a:t>That’s it.</a:t>
            </a:r>
          </a:p>
          <a:p>
            <a:pPr lvl="1"/>
            <a:r>
              <a:rPr lang="en-US" sz="2800"/>
              <a:t>Useful for flags, such as </a:t>
            </a:r>
            <a:r>
              <a:rPr lang="en-US" sz="2800" err="1"/>
              <a:t>isAlive</a:t>
            </a:r>
            <a:r>
              <a:rPr lang="en-US" sz="2800"/>
              <a:t> or player is connected</a:t>
            </a:r>
          </a:p>
        </p:txBody>
      </p:sp>
      <p:sp>
        <p:nvSpPr>
          <p:cNvPr id="5" name="Rectangle 4">
            <a:extLst>
              <a:ext uri="{FF2B5EF4-FFF2-40B4-BE49-F238E27FC236}">
                <a16:creationId xmlns:a16="http://schemas.microsoft.com/office/drawing/2014/main" id="{2BCB28AC-04FF-2731-C7AF-2DBD3D555CD4}"/>
              </a:ext>
            </a:extLst>
          </p:cNvPr>
          <p:cNvSpPr/>
          <p:nvPr/>
        </p:nvSpPr>
        <p:spPr>
          <a:xfrm>
            <a:off x="6547945" y="1587062"/>
            <a:ext cx="5286703" cy="443536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bool</a:t>
            </a: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isGameDesigner</a:t>
            </a:r>
            <a:r>
              <a:rPr lang="en-US" sz="2400">
                <a:latin typeface="Courier New" panose="02070309020205020404" pitchFamily="49" charset="0"/>
                <a:cs typeface="Courier New" panose="02070309020205020404" pitchFamily="49" charset="0"/>
              </a:rPr>
              <a:t> = true; </a:t>
            </a:r>
          </a:p>
          <a:p>
            <a:endParaRPr lang="en-US" sz="24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274783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27559-E3EE-ED73-B9EA-31211C024F69}"/>
              </a:ext>
            </a:extLst>
          </p:cNvPr>
          <p:cNvSpPr>
            <a:spLocks noGrp="1"/>
          </p:cNvSpPr>
          <p:nvPr>
            <p:ph type="title"/>
          </p:nvPr>
        </p:nvSpPr>
        <p:spPr/>
        <p:txBody>
          <a:bodyPr/>
          <a:lstStyle/>
          <a:p>
            <a:r>
              <a:rPr lang="en-US"/>
              <a:t>Character Data Types</a:t>
            </a:r>
          </a:p>
        </p:txBody>
      </p:sp>
      <p:sp>
        <p:nvSpPr>
          <p:cNvPr id="3" name="Content Placeholder 2">
            <a:extLst>
              <a:ext uri="{FF2B5EF4-FFF2-40B4-BE49-F238E27FC236}">
                <a16:creationId xmlns:a16="http://schemas.microsoft.com/office/drawing/2014/main" id="{44DF2540-D21D-DB7F-0BF5-C05C0E86552F}"/>
              </a:ext>
            </a:extLst>
          </p:cNvPr>
          <p:cNvSpPr>
            <a:spLocks noGrp="1"/>
          </p:cNvSpPr>
          <p:nvPr>
            <p:ph sz="quarter" idx="13"/>
          </p:nvPr>
        </p:nvSpPr>
        <p:spPr>
          <a:xfrm>
            <a:off x="838199" y="1587063"/>
            <a:ext cx="5212079" cy="4574908"/>
          </a:xfrm>
        </p:spPr>
        <p:txBody>
          <a:bodyPr>
            <a:normAutofit/>
          </a:bodyPr>
          <a:lstStyle/>
          <a:p>
            <a:r>
              <a:rPr lang="en-US" b="1"/>
              <a:t>char</a:t>
            </a:r>
          </a:p>
          <a:p>
            <a:pPr lvl="1"/>
            <a:r>
              <a:rPr lang="en-US"/>
              <a:t>A single character</a:t>
            </a:r>
          </a:p>
          <a:p>
            <a:pPr lvl="1"/>
            <a:r>
              <a:rPr lang="en-US"/>
              <a:t>Not terribly useful for C++ but is necessary to use in other languages</a:t>
            </a:r>
          </a:p>
          <a:p>
            <a:pPr lvl="1"/>
            <a:r>
              <a:rPr lang="en-US"/>
              <a:t>EX: ’a’</a:t>
            </a:r>
          </a:p>
          <a:p>
            <a:r>
              <a:rPr lang="en-US" b="1"/>
              <a:t>string</a:t>
            </a:r>
          </a:p>
          <a:p>
            <a:pPr lvl="1"/>
            <a:r>
              <a:rPr lang="en-US"/>
              <a:t>A sequence of chars strung together, like words</a:t>
            </a:r>
          </a:p>
          <a:p>
            <a:pPr lvl="1"/>
            <a:r>
              <a:rPr lang="en-US"/>
              <a:t>EX: “Alabama”</a:t>
            </a:r>
          </a:p>
          <a:p>
            <a:pPr lvl="1"/>
            <a:r>
              <a:rPr lang="en-US"/>
              <a:t>EX: “Do or do not, there is no try”</a:t>
            </a:r>
          </a:p>
          <a:p>
            <a:pPr lvl="1"/>
            <a:r>
              <a:rPr lang="en-US"/>
              <a:t>EX: “5”</a:t>
            </a:r>
          </a:p>
        </p:txBody>
      </p:sp>
      <p:sp>
        <p:nvSpPr>
          <p:cNvPr id="5" name="Rectangle 4">
            <a:extLst>
              <a:ext uri="{FF2B5EF4-FFF2-40B4-BE49-F238E27FC236}">
                <a16:creationId xmlns:a16="http://schemas.microsoft.com/office/drawing/2014/main" id="{2BCB28AC-04FF-2731-C7AF-2DBD3D555CD4}"/>
              </a:ext>
            </a:extLst>
          </p:cNvPr>
          <p:cNvSpPr/>
          <p:nvPr/>
        </p:nvSpPr>
        <p:spPr>
          <a:xfrm>
            <a:off x="6547945" y="1587062"/>
            <a:ext cx="5286703" cy="443536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char</a:t>
            </a:r>
            <a:r>
              <a:rPr lang="en-US" sz="2400">
                <a:latin typeface="Courier New" panose="02070309020205020404" pitchFamily="49" charset="0"/>
                <a:cs typeface="Courier New" panose="02070309020205020404" pitchFamily="49" charset="0"/>
              </a:rPr>
              <a:t> initial = 'A’; </a:t>
            </a: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endParaRPr lang="en-US" sz="2400">
              <a:latin typeface="Courier New" panose="02070309020205020404" pitchFamily="49" charset="0"/>
              <a:cs typeface="Courier New" panose="02070309020205020404" pitchFamily="49" charset="0"/>
            </a:endParaRPr>
          </a:p>
          <a:p>
            <a:r>
              <a:rPr lang="en-US" sz="2400">
                <a:solidFill>
                  <a:schemeClr val="accent2"/>
                </a:solidFill>
                <a:latin typeface="Courier New" panose="02070309020205020404" pitchFamily="49" charset="0"/>
                <a:cs typeface="Courier New" panose="02070309020205020404" pitchFamily="49" charset="0"/>
              </a:rPr>
              <a:t>string</a:t>
            </a:r>
            <a:r>
              <a:rPr lang="en-US" sz="2400">
                <a:latin typeface="Courier New" panose="02070309020205020404" pitchFamily="49" charset="0"/>
                <a:cs typeface="Courier New" panose="02070309020205020404" pitchFamily="49" charset="0"/>
              </a:rPr>
              <a:t> name = ”Miles"; </a:t>
            </a:r>
          </a:p>
          <a:p>
            <a:endParaRPr lang="en-US" sz="24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18910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78FE-439F-4C60-6B4F-AE60BC93FABC}"/>
              </a:ext>
            </a:extLst>
          </p:cNvPr>
          <p:cNvSpPr>
            <a:spLocks noGrp="1"/>
          </p:cNvSpPr>
          <p:nvPr>
            <p:ph type="ctrTitle"/>
          </p:nvPr>
        </p:nvSpPr>
        <p:spPr>
          <a:xfrm>
            <a:off x="1117600" y="762000"/>
            <a:ext cx="5066250" cy="2900680"/>
          </a:xfrm>
        </p:spPr>
        <p:txBody>
          <a:bodyPr anchor="b">
            <a:normAutofit/>
          </a:bodyPr>
          <a:lstStyle/>
          <a:p>
            <a:r>
              <a:rPr lang="en-US"/>
              <a:t>There are more data types but that’s all we need for now</a:t>
            </a:r>
          </a:p>
        </p:txBody>
      </p:sp>
      <p:pic>
        <p:nvPicPr>
          <p:cNvPr id="5" name="Picture 4" descr="Ethernet cables connected to a networking patch">
            <a:extLst>
              <a:ext uri="{FF2B5EF4-FFF2-40B4-BE49-F238E27FC236}">
                <a16:creationId xmlns:a16="http://schemas.microsoft.com/office/drawing/2014/main" id="{1EA7DB29-EF09-2556-EB7A-227EDF943D0B}"/>
              </a:ext>
            </a:extLst>
          </p:cNvPr>
          <p:cNvPicPr>
            <a:picLocks noChangeAspect="1"/>
          </p:cNvPicPr>
          <p:nvPr/>
        </p:nvPicPr>
        <p:blipFill>
          <a:blip r:embed="rId2"/>
          <a:srcRect l="1882" r="10022" b="-1"/>
          <a:stretch/>
        </p:blipFill>
        <p:spPr>
          <a:xfrm>
            <a:off x="6086167" y="-22225"/>
            <a:ext cx="6080760" cy="6902450"/>
          </a:xfrm>
          <a:prstGeom prst="parallelogram">
            <a:avLst/>
          </a:prstGeom>
          <a:noFill/>
          <a:ln>
            <a:noFill/>
          </a:ln>
        </p:spPr>
      </p:pic>
      <p:sp>
        <p:nvSpPr>
          <p:cNvPr id="3" name="Subtitle 2">
            <a:extLst>
              <a:ext uri="{FF2B5EF4-FFF2-40B4-BE49-F238E27FC236}">
                <a16:creationId xmlns:a16="http://schemas.microsoft.com/office/drawing/2014/main" id="{3DE86C50-67B2-4D68-B7FE-A0273F43A3C5}"/>
              </a:ext>
            </a:extLst>
          </p:cNvPr>
          <p:cNvSpPr>
            <a:spLocks noGrp="1"/>
          </p:cNvSpPr>
          <p:nvPr>
            <p:ph type="subTitle" idx="1"/>
          </p:nvPr>
        </p:nvSpPr>
        <p:spPr>
          <a:xfrm>
            <a:off x="1117600" y="4145280"/>
            <a:ext cx="5066250" cy="690880"/>
          </a:xfrm>
        </p:spPr>
        <p:txBody>
          <a:bodyPr anchor="ctr">
            <a:normAutofit/>
          </a:bodyPr>
          <a:lstStyle/>
          <a:p>
            <a:r>
              <a:rPr lang="en-US"/>
              <a:t>You can even make custom ones!</a:t>
            </a:r>
          </a:p>
        </p:txBody>
      </p:sp>
    </p:spTree>
    <p:extLst>
      <p:ext uri="{BB962C8B-B14F-4D97-AF65-F5344CB8AC3E}">
        <p14:creationId xmlns:p14="http://schemas.microsoft.com/office/powerpoint/2010/main" val="2036029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24277-08E0-48E8-039B-0FB84F097694}"/>
              </a:ext>
            </a:extLst>
          </p:cNvPr>
          <p:cNvSpPr>
            <a:spLocks noGrp="1"/>
          </p:cNvSpPr>
          <p:nvPr>
            <p:ph type="title"/>
          </p:nvPr>
        </p:nvSpPr>
        <p:spPr/>
        <p:txBody>
          <a:bodyPr/>
          <a:lstStyle/>
          <a:p>
            <a:r>
              <a:rPr lang="en-US"/>
              <a:t>// Single Line Comment</a:t>
            </a:r>
          </a:p>
        </p:txBody>
      </p:sp>
      <p:sp>
        <p:nvSpPr>
          <p:cNvPr id="3" name="Content Placeholder 2">
            <a:extLst>
              <a:ext uri="{FF2B5EF4-FFF2-40B4-BE49-F238E27FC236}">
                <a16:creationId xmlns:a16="http://schemas.microsoft.com/office/drawing/2014/main" id="{43EECEA2-9155-F54D-CA18-FEC21F010CE7}"/>
              </a:ext>
            </a:extLst>
          </p:cNvPr>
          <p:cNvSpPr>
            <a:spLocks noGrp="1"/>
          </p:cNvSpPr>
          <p:nvPr>
            <p:ph sz="quarter" idx="13"/>
          </p:nvPr>
        </p:nvSpPr>
        <p:spPr>
          <a:xfrm>
            <a:off x="838199" y="2024781"/>
            <a:ext cx="10515600" cy="4137189"/>
          </a:xfrm>
        </p:spPr>
        <p:txBody>
          <a:bodyPr/>
          <a:lstStyle/>
          <a:p>
            <a:r>
              <a:rPr lang="en-US" sz="3600" b="1"/>
              <a:t>Usage</a:t>
            </a:r>
            <a:r>
              <a:rPr lang="en-US" sz="3600"/>
              <a:t>: Used for brief comments on a single line.</a:t>
            </a:r>
          </a:p>
          <a:p>
            <a:r>
              <a:rPr lang="en-US" sz="3600" b="1"/>
              <a:t>Example</a:t>
            </a:r>
            <a:r>
              <a:rPr lang="en-US" sz="3600"/>
              <a:t>:</a:t>
            </a:r>
          </a:p>
          <a:p>
            <a:pPr marL="0" indent="0">
              <a:buNone/>
            </a:pPr>
            <a:endParaRPr lang="en-US"/>
          </a:p>
          <a:p>
            <a:pPr marL="0" indent="0">
              <a:buNone/>
            </a:pPr>
            <a:r>
              <a:rPr lang="en-US" sz="2800">
                <a:latin typeface="Courier New" panose="02070309020205020404" pitchFamily="49" charset="0"/>
                <a:cs typeface="Courier New" panose="02070309020205020404" pitchFamily="49" charset="0"/>
              </a:rPr>
              <a:t>int x = 10; </a:t>
            </a:r>
            <a:r>
              <a:rPr lang="en-US" sz="2800">
                <a:solidFill>
                  <a:srgbClr val="92D050"/>
                </a:solidFill>
                <a:latin typeface="Courier New" panose="02070309020205020404" pitchFamily="49" charset="0"/>
                <a:cs typeface="Courier New" panose="02070309020205020404" pitchFamily="49" charset="0"/>
              </a:rPr>
              <a:t>// This is a single-line comment</a:t>
            </a:r>
          </a:p>
          <a:p>
            <a:endParaRPr lang="en-US"/>
          </a:p>
        </p:txBody>
      </p:sp>
    </p:spTree>
    <p:extLst>
      <p:ext uri="{BB962C8B-B14F-4D97-AF65-F5344CB8AC3E}">
        <p14:creationId xmlns:p14="http://schemas.microsoft.com/office/powerpoint/2010/main" val="19746784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24277-08E0-48E8-039B-0FB84F097694}"/>
              </a:ext>
            </a:extLst>
          </p:cNvPr>
          <p:cNvSpPr>
            <a:spLocks noGrp="1"/>
          </p:cNvSpPr>
          <p:nvPr>
            <p:ph type="title"/>
          </p:nvPr>
        </p:nvSpPr>
        <p:spPr/>
        <p:txBody>
          <a:bodyPr/>
          <a:lstStyle/>
          <a:p>
            <a:r>
              <a:rPr lang="en-US"/>
              <a:t>/* */ Multi Line Comment</a:t>
            </a:r>
          </a:p>
        </p:txBody>
      </p:sp>
      <p:sp>
        <p:nvSpPr>
          <p:cNvPr id="3" name="Content Placeholder 2">
            <a:extLst>
              <a:ext uri="{FF2B5EF4-FFF2-40B4-BE49-F238E27FC236}">
                <a16:creationId xmlns:a16="http://schemas.microsoft.com/office/drawing/2014/main" id="{43EECEA2-9155-F54D-CA18-FEC21F010CE7}"/>
              </a:ext>
            </a:extLst>
          </p:cNvPr>
          <p:cNvSpPr>
            <a:spLocks noGrp="1"/>
          </p:cNvSpPr>
          <p:nvPr>
            <p:ph sz="quarter" idx="13"/>
          </p:nvPr>
        </p:nvSpPr>
        <p:spPr>
          <a:xfrm>
            <a:off x="838199" y="2024781"/>
            <a:ext cx="10515600" cy="4137189"/>
          </a:xfrm>
        </p:spPr>
        <p:txBody>
          <a:bodyPr>
            <a:normAutofit/>
          </a:bodyPr>
          <a:lstStyle/>
          <a:p>
            <a:r>
              <a:rPr lang="en-US" sz="3200" b="1"/>
              <a:t>Usage</a:t>
            </a:r>
            <a:r>
              <a:rPr lang="en-US" sz="3200"/>
              <a:t>: Used for longer comments that span multiple lines.</a:t>
            </a:r>
          </a:p>
          <a:p>
            <a:r>
              <a:rPr lang="en-US" sz="3200" b="1"/>
              <a:t>Example</a:t>
            </a:r>
            <a:r>
              <a:rPr lang="en-US" sz="3200"/>
              <a:t>:</a:t>
            </a:r>
          </a:p>
          <a:p>
            <a:pPr marL="0" indent="0">
              <a:buNone/>
            </a:pPr>
            <a:r>
              <a:rPr lang="en-US" sz="2400">
                <a:solidFill>
                  <a:srgbClr val="92D050"/>
                </a:solidFill>
                <a:latin typeface="Courier New" panose="02070309020205020404" pitchFamily="49" charset="0"/>
                <a:cs typeface="Courier New" panose="02070309020205020404" pitchFamily="49" charset="0"/>
              </a:rPr>
              <a:t>/*</a:t>
            </a:r>
          </a:p>
          <a:p>
            <a:pPr marL="0" indent="0">
              <a:buNone/>
            </a:pPr>
            <a:r>
              <a:rPr lang="en-US" sz="2400">
                <a:solidFill>
                  <a:srgbClr val="92D050"/>
                </a:solidFill>
                <a:latin typeface="Courier New" panose="02070309020205020404" pitchFamily="49" charset="0"/>
                <a:cs typeface="Courier New" panose="02070309020205020404" pitchFamily="49" charset="0"/>
              </a:rPr>
              <a:t> This is a multi-line comment.</a:t>
            </a:r>
          </a:p>
          <a:p>
            <a:pPr marL="0" indent="0">
              <a:buNone/>
            </a:pPr>
            <a:r>
              <a:rPr lang="en-US" sz="2400">
                <a:solidFill>
                  <a:srgbClr val="92D050"/>
                </a:solidFill>
                <a:latin typeface="Courier New" panose="02070309020205020404" pitchFamily="49" charset="0"/>
                <a:cs typeface="Courier New" panose="02070309020205020404" pitchFamily="49" charset="0"/>
              </a:rPr>
              <a:t> It can span multiple lines.</a:t>
            </a:r>
          </a:p>
          <a:p>
            <a:pPr marL="0" indent="0">
              <a:buNone/>
            </a:pPr>
            <a:r>
              <a:rPr lang="en-US" sz="2400">
                <a:solidFill>
                  <a:srgbClr val="92D050"/>
                </a:solidFill>
                <a:latin typeface="Courier New" panose="02070309020205020404" pitchFamily="49" charset="0"/>
                <a:cs typeface="Courier New" panose="02070309020205020404" pitchFamily="49" charset="0"/>
              </a:rPr>
              <a:t>*/</a:t>
            </a:r>
          </a:p>
          <a:p>
            <a:pPr marL="0" indent="0">
              <a:buNone/>
            </a:pPr>
            <a:r>
              <a:rPr lang="en-US" sz="2400">
                <a:latin typeface="Courier New" panose="02070309020205020404" pitchFamily="49" charset="0"/>
                <a:cs typeface="Courier New" panose="02070309020205020404" pitchFamily="49" charset="0"/>
              </a:rPr>
              <a:t>int y = 20;</a:t>
            </a:r>
          </a:p>
        </p:txBody>
      </p:sp>
    </p:spTree>
    <p:extLst>
      <p:ext uri="{BB962C8B-B14F-4D97-AF65-F5344CB8AC3E}">
        <p14:creationId xmlns:p14="http://schemas.microsoft.com/office/powerpoint/2010/main" val="1492403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034403-7D70-7C76-B2BE-2ED328B72794}"/>
              </a:ext>
            </a:extLst>
          </p:cNvPr>
          <p:cNvSpPr>
            <a:spLocks noGrp="1"/>
          </p:cNvSpPr>
          <p:nvPr>
            <p:ph type="ctrTitle"/>
          </p:nvPr>
        </p:nvSpPr>
        <p:spPr>
          <a:xfrm>
            <a:off x="1117600" y="762000"/>
            <a:ext cx="4407437" cy="2900680"/>
          </a:xfrm>
        </p:spPr>
        <p:txBody>
          <a:bodyPr anchor="b">
            <a:normAutofit/>
          </a:bodyPr>
          <a:lstStyle/>
          <a:p>
            <a:r>
              <a:rPr lang="en-US"/>
              <a:t>Let’s Math it up</a:t>
            </a:r>
          </a:p>
        </p:txBody>
      </p:sp>
      <p:pic>
        <p:nvPicPr>
          <p:cNvPr id="5" name="Picture Placeholder 4" descr="A cartoon of hands writing on a book&#10;&#10;Description automatically generated">
            <a:extLst>
              <a:ext uri="{FF2B5EF4-FFF2-40B4-BE49-F238E27FC236}">
                <a16:creationId xmlns:a16="http://schemas.microsoft.com/office/drawing/2014/main" id="{D5D2CF40-4DF6-5577-2ADA-BB97619B416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5248" r="25248"/>
          <a:stretch/>
        </p:blipFill>
        <p:spPr>
          <a:xfrm>
            <a:off x="6096000" y="0"/>
            <a:ext cx="6080051" cy="6902450"/>
          </a:xfrm>
          <a:prstGeom prst="parallelogram">
            <a:avLst>
              <a:gd name="adj" fmla="val 7842"/>
            </a:avLst>
          </a:prstGeom>
          <a:noFill/>
        </p:spPr>
      </p:pic>
    </p:spTree>
    <p:extLst>
      <p:ext uri="{BB962C8B-B14F-4D97-AF65-F5344CB8AC3E}">
        <p14:creationId xmlns:p14="http://schemas.microsoft.com/office/powerpoint/2010/main" val="33208767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Operators</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9" y="2024781"/>
            <a:ext cx="10903528" cy="4137189"/>
          </a:xfrm>
        </p:spPr>
        <p:txBody>
          <a:bodyPr>
            <a:normAutofit/>
          </a:bodyPr>
          <a:lstStyle/>
          <a:p>
            <a:r>
              <a:rPr lang="en-US" sz="3200"/>
              <a:t>An operator is a symbol that tells the compiler to perform specific mathematical, logical, or relational operations on one or more operands (values or variables).</a:t>
            </a:r>
          </a:p>
          <a:p>
            <a:endParaRPr lang="en-US" sz="3200"/>
          </a:p>
          <a:p>
            <a:r>
              <a:rPr lang="en-US" sz="3200"/>
              <a:t>Basically… a symbol that does something.</a:t>
            </a:r>
          </a:p>
        </p:txBody>
      </p:sp>
    </p:spTree>
    <p:extLst>
      <p:ext uri="{BB962C8B-B14F-4D97-AF65-F5344CB8AC3E}">
        <p14:creationId xmlns:p14="http://schemas.microsoft.com/office/powerpoint/2010/main" val="27578289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Arithmetic Operators</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9" y="2024781"/>
            <a:ext cx="10903528" cy="4137189"/>
          </a:xfrm>
        </p:spPr>
        <p:txBody>
          <a:bodyPr>
            <a:normAutofit/>
          </a:bodyPr>
          <a:lstStyle/>
          <a:p>
            <a:pPr marL="457200" indent="-457200">
              <a:buFont typeface="Arial" panose="020B0604020202020204" pitchFamily="34" charset="0"/>
              <a:buChar char="•"/>
            </a:pPr>
            <a:r>
              <a:rPr lang="fr-FR" sz="3200"/>
              <a:t>+ (addition)</a:t>
            </a:r>
          </a:p>
          <a:p>
            <a:pPr marL="457200" indent="-457200">
              <a:buFont typeface="Arial" panose="020B0604020202020204" pitchFamily="34" charset="0"/>
              <a:buChar char="•"/>
            </a:pPr>
            <a:r>
              <a:rPr lang="fr-FR" sz="3200"/>
              <a:t>- (</a:t>
            </a:r>
            <a:r>
              <a:rPr lang="fr-FR" sz="3200" err="1"/>
              <a:t>subtraction</a:t>
            </a:r>
            <a:r>
              <a:rPr lang="fr-FR" sz="3200"/>
              <a:t>)</a:t>
            </a:r>
          </a:p>
          <a:p>
            <a:pPr marL="457200" indent="-457200">
              <a:buFont typeface="Arial" panose="020B0604020202020204" pitchFamily="34" charset="0"/>
              <a:buChar char="•"/>
            </a:pPr>
            <a:r>
              <a:rPr lang="fr-FR" sz="3200"/>
              <a:t>* (multiplication) </a:t>
            </a:r>
          </a:p>
          <a:p>
            <a:pPr marL="457200" indent="-457200">
              <a:buFont typeface="Arial" panose="020B0604020202020204" pitchFamily="34" charset="0"/>
              <a:buChar char="•"/>
            </a:pPr>
            <a:r>
              <a:rPr lang="fr-FR" sz="3200"/>
              <a:t>/ (division)</a:t>
            </a:r>
          </a:p>
          <a:p>
            <a:pPr marL="457200" indent="-457200">
              <a:buFont typeface="Arial" panose="020B0604020202020204" pitchFamily="34" charset="0"/>
              <a:buChar char="•"/>
            </a:pPr>
            <a:r>
              <a:rPr lang="fr-FR" sz="3200"/>
              <a:t>% (</a:t>
            </a:r>
            <a:r>
              <a:rPr lang="fr-FR" sz="3200" err="1"/>
              <a:t>modulus</a:t>
            </a:r>
            <a:r>
              <a:rPr lang="fr-FR" sz="3200"/>
              <a:t>) [</a:t>
            </a:r>
            <a:r>
              <a:rPr lang="en-US" sz="3200"/>
              <a:t>returns the REMAINDER of a division]</a:t>
            </a:r>
          </a:p>
        </p:txBody>
      </p:sp>
    </p:spTree>
    <p:extLst>
      <p:ext uri="{BB962C8B-B14F-4D97-AF65-F5344CB8AC3E}">
        <p14:creationId xmlns:p14="http://schemas.microsoft.com/office/powerpoint/2010/main" val="39778682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Zero painted in white">
            <a:extLst>
              <a:ext uri="{FF2B5EF4-FFF2-40B4-BE49-F238E27FC236}">
                <a16:creationId xmlns:a16="http://schemas.microsoft.com/office/drawing/2014/main" id="{B0444761-F713-07A2-663E-911C2B871785}"/>
              </a:ext>
            </a:extLst>
          </p:cNvPr>
          <p:cNvPicPr>
            <a:picLocks noChangeAspect="1"/>
          </p:cNvPicPr>
          <p:nvPr/>
        </p:nvPicPr>
        <p:blipFill>
          <a:blip r:embed="rId2"/>
          <a:srcRect t="28335" b="34165"/>
          <a:stretch/>
        </p:blipFill>
        <p:spPr>
          <a:xfrm>
            <a:off x="20" y="10"/>
            <a:ext cx="12191980" cy="6857990"/>
          </a:xfrm>
          <a:prstGeom prst="rect">
            <a:avLst/>
          </a:prstGeom>
          <a:noFill/>
        </p:spPr>
      </p:pic>
      <p:sp>
        <p:nvSpPr>
          <p:cNvPr id="3" name="Title 2">
            <a:extLst>
              <a:ext uri="{FF2B5EF4-FFF2-40B4-BE49-F238E27FC236}">
                <a16:creationId xmlns:a16="http://schemas.microsoft.com/office/drawing/2014/main" id="{89DB9D18-B88B-E4B5-3DBE-404497BA8F08}"/>
              </a:ext>
            </a:extLst>
          </p:cNvPr>
          <p:cNvSpPr>
            <a:spLocks noGrp="1"/>
          </p:cNvSpPr>
          <p:nvPr>
            <p:ph type="ctrTitle"/>
          </p:nvPr>
        </p:nvSpPr>
        <p:spPr>
          <a:xfrm>
            <a:off x="1524000" y="2286000"/>
            <a:ext cx="9144000" cy="2286000"/>
          </a:xfrm>
        </p:spPr>
        <p:txBody>
          <a:bodyPr anchor="ctr">
            <a:normAutofit/>
          </a:bodyPr>
          <a:lstStyle/>
          <a:p>
            <a:r>
              <a:rPr lang="en-US"/>
              <a:t>I/O</a:t>
            </a:r>
          </a:p>
        </p:txBody>
      </p:sp>
    </p:spTree>
    <p:extLst>
      <p:ext uri="{BB962C8B-B14F-4D97-AF65-F5344CB8AC3E}">
        <p14:creationId xmlns:p14="http://schemas.microsoft.com/office/powerpoint/2010/main" val="3876202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Output with </a:t>
            </a:r>
            <a:r>
              <a:rPr lang="en-US">
                <a:latin typeface="Consolas" panose="020B0609020204030204" pitchFamily="49" charset="0"/>
              </a:rPr>
              <a:t>std::</a:t>
            </a:r>
            <a:r>
              <a:rPr lang="en-US" err="1">
                <a:latin typeface="Consolas" panose="020B0609020204030204" pitchFamily="49" charset="0"/>
              </a:rPr>
              <a:t>cout</a:t>
            </a:r>
            <a:endParaRPr lang="en-US">
              <a:latin typeface="Consolas" panose="020B0609020204030204" pitchFamily="49" charset="0"/>
            </a:endParaRP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8" y="2024781"/>
            <a:ext cx="11121737" cy="4137189"/>
          </a:xfrm>
        </p:spPr>
        <p:txBody>
          <a:bodyPr>
            <a:normAutofit/>
          </a:bodyPr>
          <a:lstStyle/>
          <a:p>
            <a:r>
              <a:rPr lang="en-US" sz="3200">
                <a:solidFill>
                  <a:srgbClr val="000000"/>
                </a:solidFill>
                <a:highlight>
                  <a:srgbClr val="FFFFFF"/>
                </a:highlight>
                <a:latin typeface="Cascadia Mono" panose="020B0609020000020004" pitchFamily="49" charset="0"/>
              </a:rPr>
              <a:t>std::</a:t>
            </a:r>
            <a:r>
              <a:rPr lang="en-US" sz="3200" err="1">
                <a:solidFill>
                  <a:srgbClr val="000000"/>
                </a:solidFill>
                <a:highlight>
                  <a:srgbClr val="FFFFFF"/>
                </a:highlight>
                <a:latin typeface="Cascadia Mono" panose="020B0609020000020004" pitchFamily="49" charset="0"/>
              </a:rPr>
              <a:t>cout</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a:t>
            </a:r>
            <a:r>
              <a:rPr lang="en-US" sz="3200">
                <a:solidFill>
                  <a:srgbClr val="A31515"/>
                </a:solidFill>
                <a:highlight>
                  <a:srgbClr val="FFFFFF"/>
                </a:highlight>
                <a:latin typeface="Cascadia Mono" panose="020B0609020000020004" pitchFamily="49" charset="0"/>
              </a:rPr>
              <a:t>"Hello, world!"</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std::</a:t>
            </a:r>
            <a:r>
              <a:rPr lang="en-US" sz="3200" err="1">
                <a:solidFill>
                  <a:srgbClr val="000000"/>
                </a:solidFill>
                <a:highlight>
                  <a:srgbClr val="FFFFFF"/>
                </a:highlight>
                <a:latin typeface="Cascadia Mono" panose="020B0609020000020004" pitchFamily="49" charset="0"/>
              </a:rPr>
              <a:t>endl</a:t>
            </a:r>
            <a:r>
              <a:rPr lang="en-US" sz="3200">
                <a:solidFill>
                  <a:srgbClr val="000000"/>
                </a:solidFill>
                <a:highlight>
                  <a:srgbClr val="FFFFFF"/>
                </a:highlight>
                <a:latin typeface="Cascadia Mono" panose="020B0609020000020004" pitchFamily="49" charset="0"/>
              </a:rPr>
              <a:t>;</a:t>
            </a:r>
          </a:p>
          <a:p>
            <a:endParaRPr lang="en-US" sz="3200">
              <a:solidFill>
                <a:srgbClr val="000000"/>
              </a:solidFill>
              <a:highlight>
                <a:srgbClr val="FFFFFF"/>
              </a:highlight>
              <a:latin typeface="Cascadia Mono" panose="020B0609020000020004" pitchFamily="49" charset="0"/>
            </a:endParaRPr>
          </a:p>
          <a:p>
            <a:pPr marL="457200" indent="-457200">
              <a:buFont typeface="Arial" panose="020B0604020202020204" pitchFamily="34" charset="0"/>
              <a:buChar char="•"/>
            </a:pPr>
            <a:r>
              <a:rPr lang="en-US" sz="3200">
                <a:latin typeface="Cascadia Code" panose="020B0609020000020004" pitchFamily="49" charset="0"/>
                <a:cs typeface="Cascadia Code" panose="020B0609020000020004" pitchFamily="49" charset="0"/>
              </a:rPr>
              <a:t>std::</a:t>
            </a:r>
            <a:r>
              <a:rPr lang="en-US" sz="3200" err="1">
                <a:latin typeface="Cascadia Code" panose="020B0609020000020004" pitchFamily="49" charset="0"/>
                <a:cs typeface="Cascadia Code" panose="020B0609020000020004" pitchFamily="49" charset="0"/>
              </a:rPr>
              <a:t>cout</a:t>
            </a:r>
            <a:r>
              <a:rPr lang="en-US" sz="3200">
                <a:latin typeface="Cascadia Code" panose="020B0609020000020004" pitchFamily="49" charset="0"/>
                <a:cs typeface="Cascadia Code" panose="020B0609020000020004" pitchFamily="49" charset="0"/>
              </a:rPr>
              <a:t> </a:t>
            </a:r>
            <a:r>
              <a:rPr lang="en-US" sz="3200"/>
              <a:t>is used for printing data to the screen.</a:t>
            </a:r>
          </a:p>
          <a:p>
            <a:pPr marL="457200" indent="-457200">
              <a:buFont typeface="Arial" panose="020B0604020202020204" pitchFamily="34" charset="0"/>
              <a:buChar char="•"/>
            </a:pPr>
            <a:r>
              <a:rPr lang="en-US" sz="3200"/>
              <a:t>Use </a:t>
            </a:r>
            <a:r>
              <a:rPr lang="en-US" sz="3200">
                <a:latin typeface="Cascadia Code" panose="020B0609020000020004" pitchFamily="49" charset="0"/>
                <a:cs typeface="Cascadia Code" panose="020B0609020000020004" pitchFamily="49" charset="0"/>
              </a:rPr>
              <a:t>std::</a:t>
            </a:r>
            <a:r>
              <a:rPr lang="en-US" sz="3200" err="1">
                <a:latin typeface="Cascadia Code" panose="020B0609020000020004" pitchFamily="49" charset="0"/>
                <a:cs typeface="Cascadia Code" panose="020B0609020000020004" pitchFamily="49" charset="0"/>
              </a:rPr>
              <a:t>endl</a:t>
            </a:r>
            <a:r>
              <a:rPr lang="en-US" sz="3200">
                <a:latin typeface="Cascadia Code" panose="020B0609020000020004" pitchFamily="49" charset="0"/>
                <a:cs typeface="Cascadia Code" panose="020B0609020000020004" pitchFamily="49" charset="0"/>
              </a:rPr>
              <a:t> </a:t>
            </a:r>
            <a:r>
              <a:rPr lang="en-US" sz="3200"/>
              <a:t>or </a:t>
            </a:r>
            <a:r>
              <a:rPr lang="en-US" sz="3200">
                <a:latin typeface="Cascadia Code" panose="020B0609020000020004" pitchFamily="49" charset="0"/>
                <a:cs typeface="Cascadia Code" panose="020B0609020000020004" pitchFamily="49" charset="0"/>
              </a:rPr>
              <a:t>"\n"</a:t>
            </a:r>
            <a:r>
              <a:rPr lang="en-US" sz="3200"/>
              <a:t> for new lines.</a:t>
            </a:r>
          </a:p>
          <a:p>
            <a:pPr marL="457200" indent="-457200">
              <a:buFont typeface="Arial" panose="020B0604020202020204" pitchFamily="34" charset="0"/>
              <a:buChar char="•"/>
            </a:pPr>
            <a:r>
              <a:rPr lang="en-US" sz="3200"/>
              <a:t>Note the Output operator </a:t>
            </a:r>
            <a:r>
              <a:rPr lang="en-US" sz="3200">
                <a:latin typeface="Cascadia Code" panose="020B0609020000020004" pitchFamily="49" charset="0"/>
                <a:cs typeface="Cascadia Code" panose="020B0609020000020004" pitchFamily="49" charset="0"/>
              </a:rPr>
              <a:t>&lt;&lt;</a:t>
            </a:r>
          </a:p>
          <a:p>
            <a:pPr marL="457200" indent="-457200">
              <a:buFont typeface="Arial" panose="020B0604020202020204" pitchFamily="34" charset="0"/>
              <a:buChar char="•"/>
            </a:pPr>
            <a:r>
              <a:rPr lang="en-US" sz="3200">
                <a:cs typeface="Cascadia Code" panose="020B0609020000020004" pitchFamily="49" charset="0"/>
              </a:rPr>
              <a:t>You can chain them together like so:</a:t>
            </a:r>
          </a:p>
          <a:p>
            <a:r>
              <a:rPr lang="en-US" sz="1800">
                <a:solidFill>
                  <a:srgbClr val="000000"/>
                </a:solidFill>
                <a:highlight>
                  <a:srgbClr val="FFFFFF"/>
                </a:highlight>
                <a:latin typeface="Cascadia Mono" panose="020B0609020000020004" pitchFamily="49" charset="0"/>
              </a:rPr>
              <a:t>std::</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"The sum of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5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 and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3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 is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(5 + 3) </a:t>
            </a:r>
            <a:r>
              <a:rPr lang="en-US" sz="1800">
                <a:solidFill>
                  <a:srgbClr val="008080"/>
                </a:solidFill>
                <a:highlight>
                  <a:srgbClr val="FFFFFF"/>
                </a:highlight>
                <a:latin typeface="Cascadia Mono" panose="020B0609020000020004" pitchFamily="49" charset="0"/>
              </a:rPr>
              <a:t>&lt;&lt;</a:t>
            </a:r>
            <a:r>
              <a:rPr lang="en-US">
                <a:solidFill>
                  <a:srgbClr val="000000"/>
                </a:solidFill>
                <a:highlight>
                  <a:srgbClr val="FFFFFF"/>
                </a:highlight>
                <a:latin typeface="Cascadia Mono" panose="020B0609020000020004" pitchFamily="49" charset="0"/>
              </a:rPr>
              <a:t> </a:t>
            </a:r>
            <a:r>
              <a:rPr lang="en-US" sz="1800">
                <a:solidFill>
                  <a:srgbClr val="000000"/>
                </a:solidFill>
                <a:highlight>
                  <a:srgbClr val="FFFFFF"/>
                </a:highlight>
                <a:latin typeface="Cascadia Mono" panose="020B0609020000020004" pitchFamily="49" charset="0"/>
              </a:rPr>
              <a:t>std::</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endParaRPr lang="en-US" sz="32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1684105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Reminder…</a:t>
            </a:r>
            <a:endParaRPr lang="en-US">
              <a:latin typeface="Consolas" panose="020B0609020204030204" pitchFamily="49" charset="0"/>
            </a:endParaRP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8" y="2024781"/>
            <a:ext cx="11121737" cy="4137189"/>
          </a:xfrm>
        </p:spPr>
        <p:txBody>
          <a:bodyPr>
            <a:normAutofit lnSpcReduction="10000"/>
          </a:bodyPr>
          <a:lstStyle/>
          <a:p>
            <a:pPr marL="457200" indent="-457200">
              <a:buFont typeface="Arial" panose="020B0604020202020204" pitchFamily="34" charset="0"/>
              <a:buChar char="•"/>
            </a:pPr>
            <a:r>
              <a:rPr lang="en-US" sz="3200">
                <a:cs typeface="Cascadia Code" panose="020B0609020000020004" pitchFamily="49" charset="0"/>
              </a:rPr>
              <a:t>You can use </a:t>
            </a:r>
            <a:r>
              <a:rPr lang="en-US" sz="3200">
                <a:solidFill>
                  <a:schemeClr val="accent5">
                    <a:lumMod val="25000"/>
                    <a:lumOff val="75000"/>
                  </a:schemeClr>
                </a:solidFill>
                <a:latin typeface="Cascadia Code" panose="020B0609020000020004" pitchFamily="49" charset="0"/>
                <a:cs typeface="Cascadia Code" panose="020B0609020000020004" pitchFamily="49" charset="0"/>
              </a:rPr>
              <a:t>using</a:t>
            </a:r>
            <a:r>
              <a:rPr lang="en-US" sz="3200">
                <a:latin typeface="Cascadia Code" panose="020B0609020000020004" pitchFamily="49" charset="0"/>
                <a:cs typeface="Cascadia Code" panose="020B0609020000020004" pitchFamily="49" charset="0"/>
              </a:rPr>
              <a:t> namespace std; </a:t>
            </a:r>
            <a:r>
              <a:rPr lang="en-US" sz="3200">
                <a:cs typeface="Cascadia Code" panose="020B0609020000020004" pitchFamily="49" charset="0"/>
              </a:rPr>
              <a:t>to clean up your </a:t>
            </a:r>
            <a:r>
              <a:rPr lang="en-US" sz="3200" err="1">
                <a:cs typeface="Cascadia Code" panose="020B0609020000020004" pitchFamily="49" charset="0"/>
              </a:rPr>
              <a:t>cin</a:t>
            </a:r>
            <a:r>
              <a:rPr lang="en-US" sz="3200">
                <a:cs typeface="Cascadia Code" panose="020B0609020000020004" pitchFamily="49" charset="0"/>
              </a:rPr>
              <a:t> and </a:t>
            </a:r>
            <a:r>
              <a:rPr lang="en-US" sz="3200" err="1">
                <a:cs typeface="Cascadia Code" panose="020B0609020000020004" pitchFamily="49" charset="0"/>
              </a:rPr>
              <a:t>cout</a:t>
            </a:r>
            <a:r>
              <a:rPr lang="en-US" sz="3200">
                <a:cs typeface="Cascadia Code" panose="020B0609020000020004" pitchFamily="49" charset="0"/>
              </a:rPr>
              <a:t>.</a:t>
            </a:r>
          </a:p>
          <a:p>
            <a:r>
              <a:rPr lang="en-US" sz="2400">
                <a:solidFill>
                  <a:srgbClr val="808080"/>
                </a:solidFill>
                <a:highlight>
                  <a:srgbClr val="FFFFFF"/>
                </a:highlight>
                <a:latin typeface="Cascadia Mono" panose="020B0609020000020004" pitchFamily="49" charset="0"/>
              </a:rPr>
              <a:t>#include</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&lt;iostream&gt;</a:t>
            </a:r>
            <a:endParaRPr lang="en-US" sz="2400">
              <a:solidFill>
                <a:srgbClr val="000000"/>
              </a:solidFill>
              <a:highlight>
                <a:srgbClr val="FFFFFF"/>
              </a:highlight>
              <a:latin typeface="Cascadia Mono" panose="020B0609020000020004" pitchFamily="49" charset="0"/>
            </a:endParaRPr>
          </a:p>
          <a:p>
            <a:r>
              <a:rPr lang="en-US" sz="2400">
                <a:solidFill>
                  <a:srgbClr val="0000FF"/>
                </a:solidFill>
                <a:highlight>
                  <a:srgbClr val="FFFFFF"/>
                </a:highlight>
                <a:latin typeface="Cascadia Mono" panose="020B0609020000020004" pitchFamily="49" charset="0"/>
              </a:rPr>
              <a:t>using</a:t>
            </a:r>
            <a:r>
              <a:rPr lang="en-US" sz="2400">
                <a:solidFill>
                  <a:srgbClr val="000000"/>
                </a:solidFill>
                <a:highlight>
                  <a:srgbClr val="FFFFFF"/>
                </a:highlight>
                <a:latin typeface="Cascadia Mono" panose="020B0609020000020004" pitchFamily="49" charset="0"/>
              </a:rPr>
              <a:t> </a:t>
            </a:r>
            <a:r>
              <a:rPr lang="en-US" sz="2400">
                <a:solidFill>
                  <a:srgbClr val="0000FF"/>
                </a:solidFill>
                <a:highlight>
                  <a:srgbClr val="FFFFFF"/>
                </a:highlight>
                <a:latin typeface="Cascadia Mono" panose="020B0609020000020004" pitchFamily="49" charset="0"/>
              </a:rPr>
              <a:t>namespace</a:t>
            </a:r>
            <a:r>
              <a:rPr lang="en-US" sz="2400">
                <a:solidFill>
                  <a:srgbClr val="000000"/>
                </a:solidFill>
                <a:highlight>
                  <a:srgbClr val="FFFFFF"/>
                </a:highlight>
                <a:latin typeface="Cascadia Mono" panose="020B0609020000020004" pitchFamily="49" charset="0"/>
              </a:rPr>
              <a:t> std;</a:t>
            </a:r>
          </a:p>
          <a:p>
            <a:endParaRPr lang="en-US" sz="2400">
              <a:solidFill>
                <a:srgbClr val="000000"/>
              </a:solidFill>
              <a:highlight>
                <a:srgbClr val="FFFFFF"/>
              </a:highlight>
              <a:latin typeface="Cascadia Mono" panose="020B0609020000020004" pitchFamily="49" charset="0"/>
            </a:endParaRPr>
          </a:p>
          <a:p>
            <a:r>
              <a:rPr lang="en-US" sz="2400">
                <a:solidFill>
                  <a:srgbClr val="0000FF"/>
                </a:solidFill>
                <a:highlight>
                  <a:srgbClr val="FFFFFF"/>
                </a:highlight>
                <a:latin typeface="Cascadia Mono" panose="020B0609020000020004" pitchFamily="49" charset="0"/>
              </a:rPr>
              <a:t>int</a:t>
            </a:r>
            <a:r>
              <a:rPr lang="en-US" sz="2400">
                <a:solidFill>
                  <a:srgbClr val="000000"/>
                </a:solidFill>
                <a:highlight>
                  <a:srgbClr val="FFFFFF"/>
                </a:highlight>
                <a:latin typeface="Cascadia Mono" panose="020B0609020000020004" pitchFamily="49" charset="0"/>
              </a:rPr>
              <a:t> main() {</a:t>
            </a:r>
          </a:p>
          <a:p>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cout</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"Game Over“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endl</a:t>
            </a:r>
            <a:r>
              <a:rPr lang="en-US" sz="2400">
                <a:solidFill>
                  <a:srgbClr val="000000"/>
                </a:solidFill>
                <a:highlight>
                  <a:srgbClr val="FFFFFF"/>
                </a:highlight>
                <a:latin typeface="Cascadia Mono" panose="020B0609020000020004" pitchFamily="49" charset="0"/>
              </a:rPr>
              <a:t>;</a:t>
            </a:r>
          </a:p>
          <a:p>
            <a:r>
              <a:rPr lang="en-US" sz="2400">
                <a:solidFill>
                  <a:srgbClr val="000000"/>
                </a:solidFill>
                <a:highlight>
                  <a:srgbClr val="FFFFFF"/>
                </a:highlight>
                <a:latin typeface="Cascadia Mono" panose="020B0609020000020004" pitchFamily="49" charset="0"/>
              </a:rPr>
              <a:t>    </a:t>
            </a:r>
            <a:r>
              <a:rPr lang="en-US" sz="2400">
                <a:solidFill>
                  <a:srgbClr val="0000FF"/>
                </a:solidFill>
                <a:highlight>
                  <a:srgbClr val="FFFFFF"/>
                </a:highlight>
                <a:latin typeface="Cascadia Mono" panose="020B0609020000020004" pitchFamily="49" charset="0"/>
              </a:rPr>
              <a:t>return</a:t>
            </a:r>
            <a:r>
              <a:rPr lang="en-US" sz="2400">
                <a:solidFill>
                  <a:srgbClr val="000000"/>
                </a:solidFill>
                <a:highlight>
                  <a:srgbClr val="FFFFFF"/>
                </a:highlight>
                <a:latin typeface="Cascadia Mono" panose="020B0609020000020004" pitchFamily="49" charset="0"/>
              </a:rPr>
              <a:t> 0;</a:t>
            </a:r>
          </a:p>
          <a:p>
            <a:r>
              <a:rPr lang="en-US" sz="24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2411025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input with </a:t>
            </a:r>
            <a:r>
              <a:rPr lang="en-US">
                <a:latin typeface="Consolas" panose="020B0609020204030204" pitchFamily="49" charset="0"/>
              </a:rPr>
              <a:t>std::CIN</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8" y="2024781"/>
            <a:ext cx="11121737" cy="4137189"/>
          </a:xfrm>
        </p:spPr>
        <p:txBody>
          <a:bodyPr>
            <a:normAutofit/>
          </a:bodyPr>
          <a:lstStyle/>
          <a:p>
            <a:r>
              <a:rPr lang="en-US" sz="3200">
                <a:solidFill>
                  <a:srgbClr val="000000"/>
                </a:solidFill>
                <a:highlight>
                  <a:srgbClr val="FFFFFF"/>
                </a:highlight>
                <a:latin typeface="Cascadia Mono" panose="020B0609020000020004" pitchFamily="49" charset="0"/>
              </a:rPr>
              <a:t>std::</a:t>
            </a:r>
            <a:r>
              <a:rPr lang="en-US" sz="3200" err="1">
                <a:solidFill>
                  <a:srgbClr val="000000"/>
                </a:solidFill>
                <a:highlight>
                  <a:srgbClr val="FFFFFF"/>
                </a:highlight>
                <a:latin typeface="Cascadia Mono" panose="020B0609020000020004" pitchFamily="49" charset="0"/>
              </a:rPr>
              <a:t>cin</a:t>
            </a:r>
            <a:r>
              <a:rPr lang="en-US" sz="3200">
                <a:solidFill>
                  <a:srgbClr val="000000"/>
                </a:solidFill>
                <a:highlight>
                  <a:srgbClr val="FFFFFF"/>
                </a:highlight>
                <a:latin typeface="Cascadia Mono" panose="020B0609020000020004" pitchFamily="49" charset="0"/>
              </a:rPr>
              <a:t> &gt;&gt; age;</a:t>
            </a:r>
          </a:p>
          <a:p>
            <a:endParaRPr lang="en-US" sz="3200">
              <a:solidFill>
                <a:srgbClr val="000000"/>
              </a:solidFill>
              <a:highlight>
                <a:srgbClr val="FFFFFF"/>
              </a:highlight>
              <a:latin typeface="Cascadia Mono" panose="020B0609020000020004" pitchFamily="49" charset="0"/>
            </a:endParaRPr>
          </a:p>
          <a:p>
            <a:pPr marL="457200" indent="-457200">
              <a:buFont typeface="Arial" panose="020B0604020202020204" pitchFamily="34" charset="0"/>
              <a:buChar char="•"/>
            </a:pPr>
            <a:r>
              <a:rPr lang="en-US" sz="3200">
                <a:latin typeface="Cascadia Code" panose="020B0609020000020004" pitchFamily="49" charset="0"/>
                <a:cs typeface="Cascadia Code" panose="020B0609020000020004" pitchFamily="49" charset="0"/>
              </a:rPr>
              <a:t>std::</a:t>
            </a:r>
            <a:r>
              <a:rPr lang="en-US" sz="3200" err="1">
                <a:latin typeface="Cascadia Code" panose="020B0609020000020004" pitchFamily="49" charset="0"/>
                <a:cs typeface="Cascadia Code" panose="020B0609020000020004" pitchFamily="49" charset="0"/>
              </a:rPr>
              <a:t>cin</a:t>
            </a:r>
            <a:r>
              <a:rPr lang="en-US" sz="3200">
                <a:latin typeface="Cascadia Code" panose="020B0609020000020004" pitchFamily="49" charset="0"/>
                <a:cs typeface="Cascadia Code" panose="020B0609020000020004" pitchFamily="49" charset="0"/>
              </a:rPr>
              <a:t> </a:t>
            </a:r>
            <a:r>
              <a:rPr lang="en-US" sz="3200"/>
              <a:t>is used for getting input form the user.</a:t>
            </a:r>
          </a:p>
          <a:p>
            <a:pPr marL="457200" indent="-457200">
              <a:buFont typeface="Arial" panose="020B0604020202020204" pitchFamily="34" charset="0"/>
              <a:buChar char="•"/>
            </a:pPr>
            <a:r>
              <a:rPr lang="en-US" sz="3200"/>
              <a:t>You must store the input in a variable to use it</a:t>
            </a:r>
          </a:p>
          <a:p>
            <a:pPr marL="457200" indent="-457200">
              <a:buFont typeface="Arial" panose="020B0604020202020204" pitchFamily="34" charset="0"/>
              <a:buChar char="•"/>
            </a:pPr>
            <a:r>
              <a:rPr lang="en-US" sz="3200"/>
              <a:t>Note the Extraction operator </a:t>
            </a:r>
            <a:r>
              <a:rPr lang="en-US" sz="3200">
                <a:latin typeface="Cascadia Code" panose="020B0609020000020004" pitchFamily="49" charset="0"/>
                <a:cs typeface="Cascadia Code" panose="020B0609020000020004" pitchFamily="49" charset="0"/>
              </a:rPr>
              <a:t>&gt;&gt;</a:t>
            </a:r>
          </a:p>
          <a:p>
            <a:pPr marL="457200" indent="-457200">
              <a:buFont typeface="Arial" panose="020B0604020202020204" pitchFamily="34" charset="0"/>
              <a:buChar char="•"/>
            </a:pPr>
            <a:r>
              <a:rPr lang="en-US" sz="3200">
                <a:cs typeface="Cascadia Code" panose="020B0609020000020004" pitchFamily="49" charset="0"/>
              </a:rPr>
              <a:t>You have to pay careful attention to the DATA TYPE of the variable and the input</a:t>
            </a:r>
            <a:endParaRPr lang="en-US" sz="32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2490424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input with </a:t>
            </a:r>
            <a:r>
              <a:rPr lang="en-US">
                <a:latin typeface="Consolas" panose="020B0609020204030204" pitchFamily="49" charset="0"/>
              </a:rPr>
              <a:t>std::CIN</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8" y="2024781"/>
            <a:ext cx="11121737" cy="4137189"/>
          </a:xfrm>
        </p:spPr>
        <p:txBody>
          <a:bodyPr>
            <a:normAutofit fontScale="92500" lnSpcReduction="10000"/>
          </a:bodyPr>
          <a:lstStyle/>
          <a:p>
            <a:r>
              <a:rPr lang="en-US" sz="2400">
                <a:solidFill>
                  <a:srgbClr val="808080"/>
                </a:solidFill>
                <a:highlight>
                  <a:srgbClr val="FFFFFF"/>
                </a:highlight>
                <a:latin typeface="Cascadia Mono" panose="020B0609020000020004" pitchFamily="49" charset="0"/>
              </a:rPr>
              <a:t>#include</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&lt;iostream&gt;</a:t>
            </a:r>
            <a:endParaRPr lang="en-US" sz="2400">
              <a:solidFill>
                <a:srgbClr val="000000"/>
              </a:solidFill>
              <a:highlight>
                <a:srgbClr val="FFFFFF"/>
              </a:highlight>
              <a:latin typeface="Cascadia Mono" panose="020B0609020000020004" pitchFamily="49" charset="0"/>
            </a:endParaRPr>
          </a:p>
          <a:p>
            <a:r>
              <a:rPr lang="en-US" sz="2400">
                <a:solidFill>
                  <a:srgbClr val="0000FF"/>
                </a:solidFill>
                <a:highlight>
                  <a:srgbClr val="FFFFFF"/>
                </a:highlight>
                <a:latin typeface="Cascadia Mono" panose="020B0609020000020004" pitchFamily="49" charset="0"/>
              </a:rPr>
              <a:t>using</a:t>
            </a:r>
            <a:r>
              <a:rPr lang="en-US" sz="2400">
                <a:solidFill>
                  <a:srgbClr val="000000"/>
                </a:solidFill>
                <a:highlight>
                  <a:srgbClr val="FFFFFF"/>
                </a:highlight>
                <a:latin typeface="Cascadia Mono" panose="020B0609020000020004" pitchFamily="49" charset="0"/>
              </a:rPr>
              <a:t> </a:t>
            </a:r>
            <a:r>
              <a:rPr lang="en-US" sz="2400">
                <a:solidFill>
                  <a:srgbClr val="0000FF"/>
                </a:solidFill>
                <a:highlight>
                  <a:srgbClr val="FFFFFF"/>
                </a:highlight>
                <a:latin typeface="Cascadia Mono" panose="020B0609020000020004" pitchFamily="49" charset="0"/>
              </a:rPr>
              <a:t>namespace</a:t>
            </a:r>
            <a:r>
              <a:rPr lang="en-US" sz="2400">
                <a:solidFill>
                  <a:srgbClr val="000000"/>
                </a:solidFill>
                <a:highlight>
                  <a:srgbClr val="FFFFFF"/>
                </a:highlight>
                <a:latin typeface="Cascadia Mono" panose="020B0609020000020004" pitchFamily="49" charset="0"/>
              </a:rPr>
              <a:t> std;</a:t>
            </a:r>
          </a:p>
          <a:p>
            <a:endParaRPr lang="en-US" sz="2400">
              <a:solidFill>
                <a:srgbClr val="000000"/>
              </a:solidFill>
              <a:highlight>
                <a:srgbClr val="FFFFFF"/>
              </a:highlight>
              <a:latin typeface="Cascadia Mono" panose="020B0609020000020004" pitchFamily="49" charset="0"/>
            </a:endParaRPr>
          </a:p>
          <a:p>
            <a:r>
              <a:rPr lang="en-US" sz="2400">
                <a:solidFill>
                  <a:srgbClr val="0000FF"/>
                </a:solidFill>
                <a:highlight>
                  <a:srgbClr val="FFFFFF"/>
                </a:highlight>
                <a:latin typeface="Cascadia Mono" panose="020B0609020000020004" pitchFamily="49" charset="0"/>
              </a:rPr>
              <a:t>int</a:t>
            </a:r>
            <a:r>
              <a:rPr lang="en-US" sz="2400">
                <a:solidFill>
                  <a:srgbClr val="000000"/>
                </a:solidFill>
                <a:highlight>
                  <a:srgbClr val="FFFFFF"/>
                </a:highlight>
                <a:latin typeface="Cascadia Mono" panose="020B0609020000020004" pitchFamily="49" charset="0"/>
              </a:rPr>
              <a:t> main() {</a:t>
            </a:r>
          </a:p>
          <a:p>
            <a:r>
              <a:rPr lang="en-US" sz="2400">
                <a:solidFill>
                  <a:srgbClr val="000000"/>
                </a:solidFill>
                <a:highlight>
                  <a:srgbClr val="FFFFFF"/>
                </a:highlight>
                <a:latin typeface="Cascadia Mono" panose="020B0609020000020004" pitchFamily="49" charset="0"/>
              </a:rPr>
              <a:t>    </a:t>
            </a:r>
            <a:r>
              <a:rPr lang="en-US" sz="2400">
                <a:solidFill>
                  <a:srgbClr val="0000FF"/>
                </a:solidFill>
                <a:highlight>
                  <a:srgbClr val="FFFFFF"/>
                </a:highlight>
                <a:latin typeface="Cascadia Mono" panose="020B0609020000020004" pitchFamily="49" charset="0"/>
              </a:rPr>
              <a:t>int</a:t>
            </a:r>
            <a:r>
              <a:rPr lang="en-US" sz="2400">
                <a:solidFill>
                  <a:srgbClr val="000000"/>
                </a:solidFill>
                <a:highlight>
                  <a:srgbClr val="FFFFFF"/>
                </a:highlight>
                <a:latin typeface="Cascadia Mono" panose="020B0609020000020004" pitchFamily="49" charset="0"/>
              </a:rPr>
              <a:t> age;</a:t>
            </a:r>
          </a:p>
          <a:p>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cout</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"Enter your age: "</a:t>
            </a:r>
            <a:r>
              <a:rPr lang="en-US" sz="2400">
                <a:solidFill>
                  <a:srgbClr val="000000"/>
                </a:solidFill>
                <a:highlight>
                  <a:srgbClr val="FFFFFF"/>
                </a:highlight>
                <a:latin typeface="Cascadia Mono" panose="020B0609020000020004" pitchFamily="49" charset="0"/>
              </a:rPr>
              <a:t>;</a:t>
            </a:r>
          </a:p>
          <a:p>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cin</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&gt;&gt;</a:t>
            </a:r>
            <a:r>
              <a:rPr lang="en-US" sz="2400">
                <a:solidFill>
                  <a:srgbClr val="000000"/>
                </a:solidFill>
                <a:highlight>
                  <a:srgbClr val="FFFFFF"/>
                </a:highlight>
                <a:latin typeface="Cascadia Mono" panose="020B0609020000020004" pitchFamily="49" charset="0"/>
              </a:rPr>
              <a:t> age;</a:t>
            </a:r>
          </a:p>
          <a:p>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cout</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"You are "</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age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 years old."</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err="1">
                <a:solidFill>
                  <a:srgbClr val="000000"/>
                </a:solidFill>
                <a:highlight>
                  <a:srgbClr val="FFFFFF"/>
                </a:highlight>
                <a:latin typeface="Cascadia Mono" panose="020B0609020000020004" pitchFamily="49" charset="0"/>
              </a:rPr>
              <a:t>endl</a:t>
            </a:r>
            <a:r>
              <a:rPr lang="en-US" sz="2400">
                <a:solidFill>
                  <a:srgbClr val="000000"/>
                </a:solidFill>
                <a:highlight>
                  <a:srgbClr val="FFFFFF"/>
                </a:highlight>
                <a:latin typeface="Cascadia Mono" panose="020B0609020000020004" pitchFamily="49" charset="0"/>
              </a:rPr>
              <a:t>;</a:t>
            </a:r>
          </a:p>
          <a:p>
            <a:r>
              <a:rPr lang="en-US" sz="2400">
                <a:solidFill>
                  <a:srgbClr val="000000"/>
                </a:solidFill>
                <a:highlight>
                  <a:srgbClr val="FFFFFF"/>
                </a:highlight>
                <a:latin typeface="Cascadia Mono" panose="020B0609020000020004" pitchFamily="49" charset="0"/>
              </a:rPr>
              <a:t>    </a:t>
            </a:r>
            <a:r>
              <a:rPr lang="en-US" sz="2400">
                <a:solidFill>
                  <a:srgbClr val="0000FF"/>
                </a:solidFill>
                <a:highlight>
                  <a:srgbClr val="FFFFFF"/>
                </a:highlight>
                <a:latin typeface="Cascadia Mono" panose="020B0609020000020004" pitchFamily="49" charset="0"/>
              </a:rPr>
              <a:t>return</a:t>
            </a:r>
            <a:r>
              <a:rPr lang="en-US" sz="2400">
                <a:solidFill>
                  <a:srgbClr val="000000"/>
                </a:solidFill>
                <a:highlight>
                  <a:srgbClr val="FFFFFF"/>
                </a:highlight>
                <a:latin typeface="Cascadia Mono" panose="020B0609020000020004" pitchFamily="49" charset="0"/>
              </a:rPr>
              <a:t> 0;</a:t>
            </a:r>
          </a:p>
          <a:p>
            <a:r>
              <a:rPr lang="en-US" sz="24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19669828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F639-F07E-E26A-9361-4EB4877FBB8B}"/>
              </a:ext>
            </a:extLst>
          </p:cNvPr>
          <p:cNvSpPr>
            <a:spLocks noGrp="1"/>
          </p:cNvSpPr>
          <p:nvPr>
            <p:ph type="title"/>
          </p:nvPr>
        </p:nvSpPr>
        <p:spPr/>
        <p:txBody>
          <a:bodyPr/>
          <a:lstStyle/>
          <a:p>
            <a:r>
              <a:rPr lang="en-US"/>
              <a:t>Practice</a:t>
            </a:r>
          </a:p>
        </p:txBody>
      </p:sp>
      <p:sp>
        <p:nvSpPr>
          <p:cNvPr id="3" name="Content Placeholder 2">
            <a:extLst>
              <a:ext uri="{FF2B5EF4-FFF2-40B4-BE49-F238E27FC236}">
                <a16:creationId xmlns:a16="http://schemas.microsoft.com/office/drawing/2014/main" id="{0CBF98B3-85E6-43C6-6D00-BA12DC202649}"/>
              </a:ext>
            </a:extLst>
          </p:cNvPr>
          <p:cNvSpPr>
            <a:spLocks noGrp="1"/>
          </p:cNvSpPr>
          <p:nvPr>
            <p:ph sz="quarter" idx="13"/>
          </p:nvPr>
        </p:nvSpPr>
        <p:spPr/>
        <p:txBody>
          <a:bodyPr>
            <a:normAutofit/>
          </a:bodyPr>
          <a:lstStyle/>
          <a:p>
            <a:r>
              <a:rPr lang="en-US" sz="4000"/>
              <a:t>Write a program that takes the user’s name and age, then prints a message using those inputs.</a:t>
            </a:r>
          </a:p>
        </p:txBody>
      </p:sp>
      <p:sp>
        <p:nvSpPr>
          <p:cNvPr id="6" name="Content Placeholder 5">
            <a:extLst>
              <a:ext uri="{FF2B5EF4-FFF2-40B4-BE49-F238E27FC236}">
                <a16:creationId xmlns:a16="http://schemas.microsoft.com/office/drawing/2014/main" id="{991710F0-ECCA-2874-633F-31B96196353C}"/>
              </a:ext>
            </a:extLst>
          </p:cNvPr>
          <p:cNvSpPr>
            <a:spLocks noGrp="1"/>
          </p:cNvSpPr>
          <p:nvPr>
            <p:ph sz="quarter" idx="14"/>
          </p:nvPr>
        </p:nvSpPr>
        <p:spPr/>
        <p:txBody>
          <a:bodyPr>
            <a:normAutofit/>
          </a:bodyPr>
          <a:lstStyle/>
          <a:p>
            <a:r>
              <a:rPr lang="en-US" sz="3600"/>
              <a:t>Use </a:t>
            </a:r>
            <a:r>
              <a:rPr lang="en-US" sz="3600">
                <a:hlinkClick r:id="rId2"/>
              </a:rPr>
              <a:t>https://cpp.sh/</a:t>
            </a:r>
            <a:endParaRPr lang="en-US" sz="3600"/>
          </a:p>
        </p:txBody>
      </p:sp>
    </p:spTree>
    <p:extLst>
      <p:ext uri="{BB962C8B-B14F-4D97-AF65-F5344CB8AC3E}">
        <p14:creationId xmlns:p14="http://schemas.microsoft.com/office/powerpoint/2010/main" val="40234342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F639-F07E-E26A-9361-4EB4877FBB8B}"/>
              </a:ext>
            </a:extLst>
          </p:cNvPr>
          <p:cNvSpPr>
            <a:spLocks noGrp="1"/>
          </p:cNvSpPr>
          <p:nvPr>
            <p:ph type="title"/>
          </p:nvPr>
        </p:nvSpPr>
        <p:spPr/>
        <p:txBody>
          <a:bodyPr/>
          <a:lstStyle/>
          <a:p>
            <a:r>
              <a:rPr lang="en-US"/>
              <a:t>Practice</a:t>
            </a:r>
          </a:p>
        </p:txBody>
      </p:sp>
      <p:sp>
        <p:nvSpPr>
          <p:cNvPr id="3" name="Content Placeholder 2">
            <a:extLst>
              <a:ext uri="{FF2B5EF4-FFF2-40B4-BE49-F238E27FC236}">
                <a16:creationId xmlns:a16="http://schemas.microsoft.com/office/drawing/2014/main" id="{0CBF98B3-85E6-43C6-6D00-BA12DC202649}"/>
              </a:ext>
            </a:extLst>
          </p:cNvPr>
          <p:cNvSpPr>
            <a:spLocks noGrp="1"/>
          </p:cNvSpPr>
          <p:nvPr>
            <p:ph sz="quarter" idx="13"/>
          </p:nvPr>
        </p:nvSpPr>
        <p:spPr/>
        <p:txBody>
          <a:bodyPr>
            <a:normAutofit/>
          </a:bodyPr>
          <a:lstStyle/>
          <a:p>
            <a:r>
              <a:rPr lang="en-US" sz="4000"/>
              <a:t>Write a program that takes the user’s name and age, then prints a message using those inputs.</a:t>
            </a:r>
          </a:p>
        </p:txBody>
      </p:sp>
      <p:sp>
        <p:nvSpPr>
          <p:cNvPr id="4" name="Content Placeholder 3">
            <a:extLst>
              <a:ext uri="{FF2B5EF4-FFF2-40B4-BE49-F238E27FC236}">
                <a16:creationId xmlns:a16="http://schemas.microsoft.com/office/drawing/2014/main" id="{E9BAF942-B751-63AB-C201-72A0CF676641}"/>
              </a:ext>
            </a:extLst>
          </p:cNvPr>
          <p:cNvSpPr>
            <a:spLocks noGrp="1"/>
          </p:cNvSpPr>
          <p:nvPr>
            <p:ph sz="quarter" idx="14"/>
          </p:nvPr>
        </p:nvSpPr>
        <p:spPr/>
        <p:txBody>
          <a:bodyPr>
            <a:normAutofit fontScale="85000" lnSpcReduction="20000"/>
          </a:bodyPr>
          <a:lstStyle/>
          <a:p>
            <a:r>
              <a:rPr lang="en-US" sz="1800">
                <a:solidFill>
                  <a:srgbClr val="808080"/>
                </a:solidFill>
                <a:highlight>
                  <a:srgbClr val="FFFFFF"/>
                </a:highlight>
                <a:latin typeface="Cascadia Mono" panose="020B0609020000020004" pitchFamily="49" charset="0"/>
              </a:rPr>
              <a:t>#include</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&lt;iostream&gt;</a:t>
            </a:r>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using</a:t>
            </a:r>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namespace</a:t>
            </a:r>
            <a:r>
              <a:rPr lang="en-US" sz="1800">
                <a:solidFill>
                  <a:srgbClr val="000000"/>
                </a:solidFill>
                <a:highlight>
                  <a:srgbClr val="FFFFFF"/>
                </a:highlight>
                <a:latin typeface="Cascadia Mono" panose="020B0609020000020004" pitchFamily="49" charset="0"/>
              </a:rPr>
              <a:t> std;</a:t>
            </a:r>
          </a:p>
          <a:p>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main() {</a:t>
            </a:r>
          </a:p>
          <a:p>
            <a:r>
              <a:rPr lang="en-US" sz="1800">
                <a:solidFill>
                  <a:srgbClr val="000000"/>
                </a:solidFill>
                <a:highlight>
                  <a:srgbClr val="FFFFFF"/>
                </a:highlight>
                <a:latin typeface="Cascadia Mono" panose="020B0609020000020004" pitchFamily="49" charset="0"/>
              </a:rPr>
              <a:t>    </a:t>
            </a:r>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name;</a:t>
            </a:r>
          </a:p>
          <a:p>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age;</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"Enter your age: "</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cin</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&gt;&gt;</a:t>
            </a:r>
            <a:r>
              <a:rPr lang="en-US" sz="1800">
                <a:solidFill>
                  <a:srgbClr val="000000"/>
                </a:solidFill>
                <a:highlight>
                  <a:srgbClr val="FFFFFF"/>
                </a:highlight>
                <a:latin typeface="Cascadia Mono" panose="020B0609020000020004" pitchFamily="49" charset="0"/>
              </a:rPr>
              <a:t> age;</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"Enter your name: "</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cin</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&gt;&gt;</a:t>
            </a:r>
            <a:r>
              <a:rPr lang="en-US" sz="1800">
                <a:solidFill>
                  <a:srgbClr val="000000"/>
                </a:solidFill>
                <a:highlight>
                  <a:srgbClr val="FFFFFF"/>
                </a:highlight>
                <a:latin typeface="Cascadia Mono" panose="020B0609020000020004" pitchFamily="49" charset="0"/>
              </a:rPr>
              <a:t> name;</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"Your name is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name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"You are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age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 years old."</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return</a:t>
            </a:r>
            <a:r>
              <a:rPr lang="en-US" sz="1800">
                <a:solidFill>
                  <a:srgbClr val="000000"/>
                </a:solidFill>
                <a:highlight>
                  <a:srgbClr val="FFFFFF"/>
                </a:highlight>
                <a:latin typeface="Cascadia Mono" panose="020B0609020000020004" pitchFamily="49" charset="0"/>
              </a:rPr>
              <a:t> 0;</a:t>
            </a:r>
          </a:p>
          <a:p>
            <a:r>
              <a:rPr lang="en-US" sz="1800">
                <a:solidFill>
                  <a:srgbClr val="000000"/>
                </a:solidFill>
                <a:highlight>
                  <a:srgbClr val="FFFFFF"/>
                </a:highlight>
                <a:latin typeface="Cascadia Mono" panose="020B0609020000020004" pitchFamily="49" charset="0"/>
              </a:rPr>
              <a:t>}</a:t>
            </a:r>
          </a:p>
          <a:p>
            <a:endParaRPr lang="en-US"/>
          </a:p>
        </p:txBody>
      </p:sp>
    </p:spTree>
    <p:extLst>
      <p:ext uri="{BB962C8B-B14F-4D97-AF65-F5344CB8AC3E}">
        <p14:creationId xmlns:p14="http://schemas.microsoft.com/office/powerpoint/2010/main" val="33124700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tock exchange numbers">
            <a:extLst>
              <a:ext uri="{FF2B5EF4-FFF2-40B4-BE49-F238E27FC236}">
                <a16:creationId xmlns:a16="http://schemas.microsoft.com/office/drawing/2014/main" id="{FFE227FF-043B-AF5C-A966-656BC01DD7D3}"/>
              </a:ext>
            </a:extLst>
          </p:cNvPr>
          <p:cNvPicPr>
            <a:picLocks noChangeAspect="1"/>
          </p:cNvPicPr>
          <p:nvPr/>
        </p:nvPicPr>
        <p:blipFill>
          <a:blip r:embed="rId2">
            <a:alphaModFix amt="35000"/>
          </a:blip>
          <a:srcRect t="6972" b="8758"/>
          <a:stretch/>
        </p:blipFill>
        <p:spPr>
          <a:xfrm>
            <a:off x="20" y="10"/>
            <a:ext cx="12191980" cy="6857990"/>
          </a:xfrm>
          <a:prstGeom prst="rect">
            <a:avLst/>
          </a:prstGeom>
          <a:noFill/>
        </p:spPr>
      </p:pic>
      <p:sp>
        <p:nvSpPr>
          <p:cNvPr id="3" name="Title 2">
            <a:extLst>
              <a:ext uri="{FF2B5EF4-FFF2-40B4-BE49-F238E27FC236}">
                <a16:creationId xmlns:a16="http://schemas.microsoft.com/office/drawing/2014/main" id="{5EB30D01-F2F8-A7B5-D5DA-1A1925257216}"/>
              </a:ext>
            </a:extLst>
          </p:cNvPr>
          <p:cNvSpPr>
            <a:spLocks noGrp="1"/>
          </p:cNvSpPr>
          <p:nvPr>
            <p:ph type="ctrTitle"/>
          </p:nvPr>
        </p:nvSpPr>
        <p:spPr>
          <a:xfrm>
            <a:off x="1524000" y="2286000"/>
            <a:ext cx="9144000" cy="2286000"/>
          </a:xfrm>
        </p:spPr>
        <p:txBody>
          <a:bodyPr anchor="ctr">
            <a:normAutofit/>
          </a:bodyPr>
          <a:lstStyle/>
          <a:p>
            <a:r>
              <a:rPr lang="en-US"/>
              <a:t>C++ Syntax</a:t>
            </a:r>
          </a:p>
        </p:txBody>
      </p:sp>
    </p:spTree>
    <p:extLst>
      <p:ext uri="{BB962C8B-B14F-4D97-AF65-F5344CB8AC3E}">
        <p14:creationId xmlns:p14="http://schemas.microsoft.com/office/powerpoint/2010/main" val="15586909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a:xfrm>
            <a:off x="6562816" y="457200"/>
            <a:ext cx="4837176" cy="1993392"/>
          </a:xfrm>
        </p:spPr>
        <p:txBody>
          <a:bodyPr anchor="b">
            <a:normAutofit/>
          </a:bodyPr>
          <a:lstStyle/>
          <a:p>
            <a:r>
              <a:rPr lang="en-US"/>
              <a:t>Syntax</a:t>
            </a:r>
          </a:p>
        </p:txBody>
      </p:sp>
      <p:pic>
        <p:nvPicPr>
          <p:cNvPr id="5" name="Video 4" descr="Maths And Science Formulae">
            <a:extLst>
              <a:ext uri="{FF2B5EF4-FFF2-40B4-BE49-F238E27FC236}">
                <a16:creationId xmlns:a16="http://schemas.microsoft.com/office/drawing/2014/main" id="{7DC20C74-B1A9-8522-0544-94B33208DF2C}"/>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18051" r="31649" b="-1"/>
          <a:stretch/>
        </p:blipFill>
        <p:spPr>
          <a:xfrm>
            <a:off x="-28882" y="10"/>
            <a:ext cx="6115050" cy="6857990"/>
          </a:xfrm>
          <a:prstGeom prst="parallelogram">
            <a:avLst/>
          </a:prstGeom>
          <a:noFill/>
          <a:ln>
            <a:noFill/>
          </a:ln>
        </p:spPr>
      </p:pic>
      <p:sp>
        <p:nvSpPr>
          <p:cNvPr id="3" name="Content Placeholder 2">
            <a:extLst>
              <a:ext uri="{FF2B5EF4-FFF2-40B4-BE49-F238E27FC236}">
                <a16:creationId xmlns:a16="http://schemas.microsoft.com/office/drawing/2014/main" id="{78830B14-B1D8-7AD0-A185-F199DDF15BD1}"/>
              </a:ext>
            </a:extLst>
          </p:cNvPr>
          <p:cNvSpPr>
            <a:spLocks noGrp="1"/>
          </p:cNvSpPr>
          <p:nvPr>
            <p:ph idx="1"/>
          </p:nvPr>
        </p:nvSpPr>
        <p:spPr>
          <a:xfrm>
            <a:off x="6562818" y="2752344"/>
            <a:ext cx="4837174" cy="3136392"/>
          </a:xfrm>
        </p:spPr>
        <p:txBody>
          <a:bodyPr anchor="t">
            <a:normAutofit/>
          </a:bodyPr>
          <a:lstStyle/>
          <a:p>
            <a:pPr marL="457200" indent="-457200">
              <a:lnSpc>
                <a:spcPct val="140000"/>
              </a:lnSpc>
              <a:buFont typeface="Arial" panose="020B0604020202020204" pitchFamily="34" charset="0"/>
              <a:buChar char="•"/>
            </a:pPr>
            <a:r>
              <a:rPr lang="en-US"/>
              <a:t>The rules of the language, specifically regarding structure and punctuation. </a:t>
            </a:r>
          </a:p>
          <a:p>
            <a:pPr marL="457200" indent="-457200">
              <a:lnSpc>
                <a:spcPct val="140000"/>
              </a:lnSpc>
              <a:buFont typeface="Arial" panose="020B0604020202020204" pitchFamily="34" charset="0"/>
              <a:buChar char="•"/>
            </a:pPr>
            <a:r>
              <a:rPr lang="en-US"/>
              <a:t>They have Syntax in English and Spanish.</a:t>
            </a:r>
          </a:p>
          <a:p>
            <a:pPr marL="457200" indent="-457200">
              <a:lnSpc>
                <a:spcPct val="140000"/>
              </a:lnSpc>
              <a:buFont typeface="Arial" panose="020B0604020202020204" pitchFamily="34" charset="0"/>
              <a:buChar char="•"/>
            </a:pPr>
            <a:r>
              <a:rPr lang="en-US"/>
              <a:t>They also have it in every programming language.</a:t>
            </a:r>
          </a:p>
        </p:txBody>
      </p:sp>
    </p:spTree>
    <p:extLst>
      <p:ext uri="{BB962C8B-B14F-4D97-AF65-F5344CB8AC3E}">
        <p14:creationId xmlns:p14="http://schemas.microsoft.com/office/powerpoint/2010/main" val="3523557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B30D01-F2F8-A7B5-D5DA-1A1925257216}"/>
              </a:ext>
            </a:extLst>
          </p:cNvPr>
          <p:cNvSpPr>
            <a:spLocks noGrp="1"/>
          </p:cNvSpPr>
          <p:nvPr>
            <p:ph type="title"/>
          </p:nvPr>
        </p:nvSpPr>
        <p:spPr>
          <a:xfrm>
            <a:off x="6562816" y="457200"/>
            <a:ext cx="4837176" cy="1993392"/>
          </a:xfrm>
        </p:spPr>
        <p:txBody>
          <a:bodyPr anchor="b">
            <a:normAutofit/>
          </a:bodyPr>
          <a:lstStyle/>
          <a:p>
            <a:r>
              <a:rPr lang="en-US"/>
              <a:t>C++ Syntax Rules</a:t>
            </a:r>
          </a:p>
        </p:txBody>
      </p:sp>
      <p:pic>
        <p:nvPicPr>
          <p:cNvPr id="5" name="Picture 4" descr="Stock exchange numbers">
            <a:extLst>
              <a:ext uri="{FF2B5EF4-FFF2-40B4-BE49-F238E27FC236}">
                <a16:creationId xmlns:a16="http://schemas.microsoft.com/office/drawing/2014/main" id="{FFE227FF-043B-AF5C-A966-656BC01DD7D3}"/>
              </a:ext>
            </a:extLst>
          </p:cNvPr>
          <p:cNvPicPr>
            <a:picLocks noChangeAspect="1"/>
          </p:cNvPicPr>
          <p:nvPr/>
        </p:nvPicPr>
        <p:blipFill>
          <a:blip r:embed="rId2"/>
          <a:srcRect l="13724" r="26756" b="-1"/>
          <a:stretch/>
        </p:blipFill>
        <p:spPr>
          <a:xfrm>
            <a:off x="-28882" y="10"/>
            <a:ext cx="6115050" cy="6857990"/>
          </a:xfrm>
          <a:prstGeom prst="parallelogram">
            <a:avLst/>
          </a:prstGeom>
          <a:noFill/>
          <a:ln>
            <a:noFill/>
          </a:ln>
        </p:spPr>
      </p:pic>
      <p:sp>
        <p:nvSpPr>
          <p:cNvPr id="10" name="Content Placeholder 3">
            <a:extLst>
              <a:ext uri="{FF2B5EF4-FFF2-40B4-BE49-F238E27FC236}">
                <a16:creationId xmlns:a16="http://schemas.microsoft.com/office/drawing/2014/main" id="{3CA094F1-7883-2D40-49E4-4B15596ACD81}"/>
              </a:ext>
            </a:extLst>
          </p:cNvPr>
          <p:cNvSpPr>
            <a:spLocks noGrp="1"/>
          </p:cNvSpPr>
          <p:nvPr>
            <p:ph idx="1"/>
          </p:nvPr>
        </p:nvSpPr>
        <p:spPr>
          <a:xfrm>
            <a:off x="6562818" y="2752344"/>
            <a:ext cx="4837174" cy="3136392"/>
          </a:xfrm>
        </p:spPr>
        <p:txBody>
          <a:bodyPr/>
          <a:lstStyle/>
          <a:p>
            <a:r>
              <a:rPr lang="en" sz="1800"/>
              <a:t>You must follow these if you want your code to run</a:t>
            </a:r>
            <a:endParaRPr lang="en-US"/>
          </a:p>
        </p:txBody>
      </p:sp>
    </p:spTree>
    <p:extLst>
      <p:ext uri="{BB962C8B-B14F-4D97-AF65-F5344CB8AC3E}">
        <p14:creationId xmlns:p14="http://schemas.microsoft.com/office/powerpoint/2010/main" val="6974334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1: </a:t>
            </a:r>
            <a:r>
              <a:rPr lang="en-US" b="1"/>
              <a:t>Statements</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Every C++ statement ends with a semicolon (</a:t>
            </a:r>
            <a:r>
              <a:rPr lang="en-US" sz="3200">
                <a:latin typeface="Cascadia Code" panose="020B0609020000020004" pitchFamily="49" charset="0"/>
                <a:cs typeface="Cascadia Code" panose="020B0609020000020004" pitchFamily="49" charset="0"/>
              </a:rPr>
              <a:t>;</a:t>
            </a:r>
            <a:r>
              <a:rPr lang="en-US" sz="3200"/>
              <a:t>).</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3200">
                <a:solidFill>
                  <a:srgbClr val="0000FF"/>
                </a:solidFill>
                <a:highlight>
                  <a:srgbClr val="FFFFFF"/>
                </a:highlight>
                <a:latin typeface="Cascadia Mono" panose="020B0609020000020004" pitchFamily="49" charset="0"/>
              </a:rPr>
              <a:t>int</a:t>
            </a:r>
            <a:r>
              <a:rPr lang="en-US" sz="3200">
                <a:solidFill>
                  <a:srgbClr val="000000"/>
                </a:solidFill>
                <a:highlight>
                  <a:srgbClr val="FFFFFF"/>
                </a:highlight>
                <a:latin typeface="Cascadia Mono" panose="020B0609020000020004" pitchFamily="49" charset="0"/>
              </a:rPr>
              <a:t> x = 5;</a:t>
            </a:r>
            <a:endParaRPr lang="en-US" sz="48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4016938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2: </a:t>
            </a:r>
            <a:r>
              <a:rPr lang="en-US" b="1"/>
              <a:t>Case-Sensitivity</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a:xfrm>
            <a:off x="838199" y="2024781"/>
            <a:ext cx="3276601" cy="4137189"/>
          </a:xfrm>
        </p:spPr>
        <p:txBody>
          <a:bodyPr anchor="ctr">
            <a:normAutofit/>
          </a:bodyPr>
          <a:lstStyle/>
          <a:p>
            <a:r>
              <a:rPr lang="en-US" sz="3200"/>
              <a:t>C++ is case-sensitive.</a:t>
            </a:r>
          </a:p>
          <a:p>
            <a:endParaRPr lang="en-US" sz="3200"/>
          </a:p>
          <a:p>
            <a:r>
              <a:rPr lang="en-US" sz="3200">
                <a:latin typeface="Cascadia Code" panose="020B0609020000020004" pitchFamily="49" charset="0"/>
                <a:ea typeface="+mj-ea"/>
                <a:cs typeface="Cascadia Code" panose="020B0609020000020004" pitchFamily="49" charset="0"/>
                <a:sym typeface="Consolas"/>
              </a:rPr>
              <a:t>Hello</a:t>
            </a:r>
            <a:r>
              <a:rPr lang="en-US" sz="3200">
                <a:ea typeface="+mj-ea"/>
                <a:cs typeface="+mj-cs"/>
                <a:sym typeface="Roboto"/>
              </a:rPr>
              <a:t> and </a:t>
            </a:r>
            <a:r>
              <a:rPr lang="en-US" sz="3200">
                <a:latin typeface="Cascadia Code" panose="020B0609020000020004" pitchFamily="49" charset="0"/>
                <a:ea typeface="+mj-ea"/>
                <a:cs typeface="Cascadia Code" panose="020B0609020000020004" pitchFamily="49" charset="0"/>
                <a:sym typeface="Consolas"/>
              </a:rPr>
              <a:t>hello</a:t>
            </a:r>
            <a:r>
              <a:rPr lang="en-US" sz="3200">
                <a:ea typeface="+mj-ea"/>
                <a:cs typeface="+mj-cs"/>
                <a:sym typeface="Roboto"/>
              </a:rPr>
              <a:t> are NOT the same.</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4197927" y="2024780"/>
            <a:ext cx="7720446" cy="4137189"/>
          </a:xfrm>
        </p:spPr>
        <p:txBody>
          <a:bodyPr anchor="ctr">
            <a:normAutofit/>
          </a:bodyPr>
          <a:lstStyle/>
          <a:p>
            <a:r>
              <a:rPr lang="en-US" sz="2800">
                <a:solidFill>
                  <a:srgbClr val="0000FF"/>
                </a:solidFill>
                <a:highlight>
                  <a:srgbClr val="FFFFFF"/>
                </a:highlight>
                <a:latin typeface="Cascadia Mono" panose="020B0609020000020004" pitchFamily="49" charset="0"/>
              </a:rPr>
              <a:t>int</a:t>
            </a:r>
            <a:r>
              <a:rPr lang="en-US" sz="2800">
                <a:solidFill>
                  <a:srgbClr val="000000"/>
                </a:solidFill>
                <a:highlight>
                  <a:srgbClr val="FFFFFF"/>
                </a:highlight>
                <a:latin typeface="Cascadia Mono" panose="020B0609020000020004" pitchFamily="49" charset="0"/>
              </a:rPr>
              <a:t> num = 10;  </a:t>
            </a:r>
            <a:r>
              <a:rPr lang="en-US" sz="2800">
                <a:solidFill>
                  <a:srgbClr val="008000"/>
                </a:solidFill>
                <a:highlight>
                  <a:srgbClr val="FFFFFF"/>
                </a:highlight>
                <a:latin typeface="Cascadia Mono" panose="020B0609020000020004" pitchFamily="49" charset="0"/>
              </a:rPr>
              <a:t>// Correct</a:t>
            </a:r>
          </a:p>
          <a:p>
            <a:r>
              <a:rPr lang="en-US" sz="2800">
                <a:solidFill>
                  <a:srgbClr val="0000FF"/>
                </a:solidFill>
                <a:highlight>
                  <a:srgbClr val="FFFFFF"/>
                </a:highlight>
                <a:latin typeface="Cascadia Mono" panose="020B0609020000020004" pitchFamily="49" charset="0"/>
              </a:rPr>
              <a:t>int</a:t>
            </a:r>
            <a:r>
              <a:rPr lang="en-US" sz="2800">
                <a:solidFill>
                  <a:srgbClr val="000000"/>
                </a:solidFill>
                <a:highlight>
                  <a:srgbClr val="FFFFFF"/>
                </a:highlight>
                <a:latin typeface="Cascadia Mono" panose="020B0609020000020004" pitchFamily="49" charset="0"/>
              </a:rPr>
              <a:t> Num = 10;  </a:t>
            </a:r>
            <a:r>
              <a:rPr lang="en-US" sz="2800">
                <a:solidFill>
                  <a:srgbClr val="008000"/>
                </a:solidFill>
                <a:highlight>
                  <a:srgbClr val="FFFFFF"/>
                </a:highlight>
                <a:latin typeface="Cascadia Mono" panose="020B0609020000020004" pitchFamily="49" charset="0"/>
              </a:rPr>
              <a:t>// Different variable</a:t>
            </a:r>
            <a:endParaRPr lang="en-US" sz="66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4787691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3: </a:t>
            </a:r>
            <a:r>
              <a:rPr lang="en-US" b="1"/>
              <a:t>Braces and Blocks</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Curly braces </a:t>
            </a:r>
            <a:r>
              <a:rPr lang="en-US" sz="3200">
                <a:latin typeface="Cascadia Code" panose="020B0609020000020004" pitchFamily="49" charset="0"/>
                <a:cs typeface="Cascadia Code" panose="020B0609020000020004" pitchFamily="49" charset="0"/>
              </a:rPr>
              <a:t>{} </a:t>
            </a:r>
            <a:r>
              <a:rPr lang="en-US" sz="3200"/>
              <a:t>define code blocks.</a:t>
            </a:r>
          </a:p>
          <a:p>
            <a:r>
              <a:rPr lang="en-US" sz="3200"/>
              <a:t>Must be used for function bodies, control structures, classes, loops...</a:t>
            </a:r>
          </a:p>
          <a:p>
            <a:r>
              <a:rPr lang="en-US" sz="3200"/>
              <a:t>You must match them in the proper order</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6224156" y="2024780"/>
            <a:ext cx="5870862" cy="4137189"/>
          </a:xfrm>
        </p:spPr>
        <p:txBody>
          <a:bodyPr anchor="ctr">
            <a:normAutofit/>
          </a:bodyPr>
          <a:lstStyle/>
          <a:p>
            <a:r>
              <a:rPr lang="en-US" sz="2400">
                <a:solidFill>
                  <a:srgbClr val="0000FF"/>
                </a:solidFill>
                <a:highlight>
                  <a:srgbClr val="FFFFFF"/>
                </a:highlight>
                <a:latin typeface="Cascadia Mono" panose="020B0609020000020004" pitchFamily="49" charset="0"/>
              </a:rPr>
              <a:t>if</a:t>
            </a:r>
            <a:r>
              <a:rPr lang="en-US" sz="2400">
                <a:solidFill>
                  <a:srgbClr val="000000"/>
                </a:solidFill>
                <a:highlight>
                  <a:srgbClr val="FFFFFF"/>
                </a:highlight>
                <a:latin typeface="Cascadia Mono" panose="020B0609020000020004" pitchFamily="49" charset="0"/>
              </a:rPr>
              <a:t> (x &gt; 0) {</a:t>
            </a:r>
          </a:p>
          <a:p>
            <a:r>
              <a:rPr lang="en-US" sz="2400">
                <a:solidFill>
                  <a:srgbClr val="000000"/>
                </a:solidFill>
                <a:highlight>
                  <a:srgbClr val="FFFFFF"/>
                </a:highlight>
                <a:latin typeface="Cascadia Mono" panose="020B0609020000020004" pitchFamily="49" charset="0"/>
              </a:rPr>
              <a:t>    std::</a:t>
            </a:r>
            <a:r>
              <a:rPr lang="en-US" sz="2400" err="1">
                <a:solidFill>
                  <a:srgbClr val="000000"/>
                </a:solidFill>
                <a:highlight>
                  <a:srgbClr val="FFFFFF"/>
                </a:highlight>
                <a:latin typeface="Cascadia Mono" panose="020B0609020000020004" pitchFamily="49" charset="0"/>
              </a:rPr>
              <a:t>cout</a:t>
            </a:r>
            <a:r>
              <a:rPr lang="en-US" sz="2400">
                <a:solidFill>
                  <a:srgbClr val="000000"/>
                </a:solidFill>
                <a:highlight>
                  <a:srgbClr val="FFFFFF"/>
                </a:highlight>
                <a:latin typeface="Cascadia Mono" panose="020B0609020000020004" pitchFamily="49" charset="0"/>
              </a:rPr>
              <a:t> </a:t>
            </a:r>
            <a:r>
              <a:rPr lang="en-US" sz="2400">
                <a:solidFill>
                  <a:srgbClr val="008080"/>
                </a:solidFill>
                <a:highlight>
                  <a:srgbClr val="FFFFFF"/>
                </a:highlight>
                <a:latin typeface="Cascadia Mono" panose="020B0609020000020004" pitchFamily="49" charset="0"/>
              </a:rPr>
              <a:t>&lt;&lt;</a:t>
            </a:r>
            <a:r>
              <a:rPr lang="en-US" sz="2400">
                <a:solidFill>
                  <a:srgbClr val="000000"/>
                </a:solidFill>
                <a:highlight>
                  <a:srgbClr val="FFFFFF"/>
                </a:highlight>
                <a:latin typeface="Cascadia Mono" panose="020B0609020000020004" pitchFamily="49" charset="0"/>
              </a:rPr>
              <a:t> </a:t>
            </a:r>
            <a:r>
              <a:rPr lang="en-US" sz="2400">
                <a:solidFill>
                  <a:srgbClr val="A31515"/>
                </a:solidFill>
                <a:highlight>
                  <a:srgbClr val="FFFFFF"/>
                </a:highlight>
                <a:latin typeface="Cascadia Mono" panose="020B0609020000020004" pitchFamily="49" charset="0"/>
              </a:rPr>
              <a:t>"Positive number"</a:t>
            </a:r>
            <a:r>
              <a:rPr lang="en-US" sz="2400">
                <a:solidFill>
                  <a:srgbClr val="000000"/>
                </a:solidFill>
                <a:highlight>
                  <a:srgbClr val="FFFFFF"/>
                </a:highlight>
                <a:latin typeface="Cascadia Mono" panose="020B0609020000020004" pitchFamily="49" charset="0"/>
              </a:rPr>
              <a:t>;</a:t>
            </a:r>
          </a:p>
          <a:p>
            <a:r>
              <a:rPr lang="en-US" sz="2400">
                <a:solidFill>
                  <a:srgbClr val="000000"/>
                </a:solidFill>
                <a:highlight>
                  <a:srgbClr val="FFFFFF"/>
                </a:highlight>
                <a:latin typeface="Cascadia Mono" panose="020B0609020000020004" pitchFamily="49" charset="0"/>
              </a:rPr>
              <a:t>}</a:t>
            </a:r>
            <a:endParaRPr lang="en-US" sz="60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7991661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4: </a:t>
            </a:r>
            <a:r>
              <a:rPr lang="en-US" b="1"/>
              <a:t>Variable Declarations</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Variables must be declared before use.</a:t>
            </a:r>
          </a:p>
          <a:p>
            <a:endParaRPr lang="en-US" sz="3200"/>
          </a:p>
          <a:p>
            <a:r>
              <a:rPr lang="en-US" sz="3200"/>
              <a:t>The data type is required when declaring</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3200">
                <a:solidFill>
                  <a:srgbClr val="0000FF"/>
                </a:solidFill>
                <a:highlight>
                  <a:srgbClr val="FFFFFF"/>
                </a:highlight>
                <a:latin typeface="Cascadia Mono" panose="020B0609020000020004" pitchFamily="49" charset="0"/>
              </a:rPr>
              <a:t>int</a:t>
            </a:r>
            <a:r>
              <a:rPr lang="en-US" sz="3200">
                <a:solidFill>
                  <a:srgbClr val="000000"/>
                </a:solidFill>
                <a:highlight>
                  <a:srgbClr val="FFFFFF"/>
                </a:highlight>
                <a:latin typeface="Cascadia Mono" panose="020B0609020000020004" pitchFamily="49" charset="0"/>
              </a:rPr>
              <a:t> age = 20;</a:t>
            </a:r>
            <a:endParaRPr lang="en-US" sz="48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3770799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4: </a:t>
            </a:r>
            <a:r>
              <a:rPr lang="en-US" b="1"/>
              <a:t>Spaces Between Matter</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Spaces Matter</a:t>
            </a:r>
          </a:p>
          <a:p>
            <a:pPr marL="457200" indent="-457200">
              <a:buFont typeface="Arial" panose="020B0604020202020204" pitchFamily="34" charset="0"/>
              <a:buChar char="•"/>
            </a:pPr>
            <a:r>
              <a:rPr lang="en-US" sz="3200" err="1"/>
              <a:t>dateOfBirth</a:t>
            </a:r>
            <a:r>
              <a:rPr lang="en-US" sz="3200"/>
              <a:t> will work. </a:t>
            </a:r>
          </a:p>
          <a:p>
            <a:pPr marL="457200" indent="-457200">
              <a:buFont typeface="Arial" panose="020B0604020202020204" pitchFamily="34" charset="0"/>
              <a:buChar char="•"/>
            </a:pPr>
            <a:r>
              <a:rPr lang="en-US" sz="3200"/>
              <a:t>Date of Birth won’t.</a:t>
            </a:r>
          </a:p>
          <a:p>
            <a:r>
              <a:rPr lang="en-US" sz="3200"/>
              <a:t>This is most important when it comes to variables and functions (which we will learn about later)</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6459795" y="2024780"/>
            <a:ext cx="5212078" cy="4137189"/>
          </a:xfrm>
        </p:spPr>
        <p:txBody>
          <a:bodyPr anchor="ctr">
            <a:normAutofit/>
          </a:bodyPr>
          <a:lstStyle/>
          <a:p>
            <a:r>
              <a:rPr lang="en-US" sz="2800">
                <a:solidFill>
                  <a:srgbClr val="2B91AF"/>
                </a:solidFill>
                <a:highlight>
                  <a:srgbClr val="FFFFFF"/>
                </a:highlight>
                <a:latin typeface="Cascadia Mono" panose="020B0609020000020004" pitchFamily="49" charset="0"/>
              </a:rPr>
              <a:t>string</a:t>
            </a:r>
            <a:r>
              <a:rPr lang="en-US" sz="2800">
                <a:solidFill>
                  <a:srgbClr val="000000"/>
                </a:solidFill>
                <a:highlight>
                  <a:srgbClr val="FFFFFF"/>
                </a:highlight>
                <a:latin typeface="Cascadia Mono" panose="020B0609020000020004" pitchFamily="49" charset="0"/>
              </a:rPr>
              <a:t> </a:t>
            </a:r>
            <a:r>
              <a:rPr lang="en-US" sz="2800" err="1">
                <a:solidFill>
                  <a:srgbClr val="000000"/>
                </a:solidFill>
                <a:highlight>
                  <a:srgbClr val="FFFFFF"/>
                </a:highlight>
                <a:latin typeface="Cascadia Mono" panose="020B0609020000020004" pitchFamily="49" charset="0"/>
              </a:rPr>
              <a:t>dateOfBirth</a:t>
            </a:r>
            <a:r>
              <a:rPr lang="en-US" sz="2800">
                <a:solidFill>
                  <a:srgbClr val="000000"/>
                </a:solidFill>
                <a:highlight>
                  <a:srgbClr val="FFFFFF"/>
                </a:highlight>
                <a:latin typeface="Cascadia Mono" panose="020B0609020000020004" pitchFamily="49" charset="0"/>
              </a:rPr>
              <a:t> = </a:t>
            </a:r>
            <a:r>
              <a:rPr lang="en-US" sz="2800">
                <a:solidFill>
                  <a:srgbClr val="A31515"/>
                </a:solidFill>
                <a:highlight>
                  <a:srgbClr val="FFFFFF"/>
                </a:highlight>
                <a:latin typeface="Cascadia Mono" panose="020B0609020000020004" pitchFamily="49" charset="0"/>
              </a:rPr>
              <a:t>"May 5th, 2021"</a:t>
            </a:r>
            <a:r>
              <a:rPr lang="en-US" sz="2800">
                <a:solidFill>
                  <a:srgbClr val="000000"/>
                </a:solidFill>
                <a:highlight>
                  <a:srgbClr val="FFFFFF"/>
                </a:highlight>
                <a:latin typeface="Cascadia Mono" panose="020B0609020000020004" pitchFamily="49" charset="0"/>
              </a:rPr>
              <a:t>; </a:t>
            </a:r>
            <a:r>
              <a:rPr lang="en-US" sz="2800">
                <a:solidFill>
                  <a:srgbClr val="008000"/>
                </a:solidFill>
                <a:highlight>
                  <a:srgbClr val="FFFFFF"/>
                </a:highlight>
                <a:latin typeface="Cascadia Mono" panose="020B0609020000020004" pitchFamily="49" charset="0"/>
              </a:rPr>
              <a:t>// correct</a:t>
            </a:r>
          </a:p>
          <a:p>
            <a:endParaRPr lang="en-US" sz="2800">
              <a:solidFill>
                <a:srgbClr val="008000"/>
              </a:solidFill>
              <a:highlight>
                <a:srgbClr val="FFFFFF"/>
              </a:highlight>
              <a:latin typeface="Cascadia Mono" panose="020B0609020000020004" pitchFamily="49" charset="0"/>
            </a:endParaRPr>
          </a:p>
          <a:p>
            <a:r>
              <a:rPr lang="en-US" sz="2800">
                <a:solidFill>
                  <a:srgbClr val="2B91AF"/>
                </a:solidFill>
                <a:highlight>
                  <a:srgbClr val="FFFFFF"/>
                </a:highlight>
                <a:latin typeface="Cascadia Mono" panose="020B0609020000020004" pitchFamily="49" charset="0"/>
              </a:rPr>
              <a:t>string</a:t>
            </a:r>
            <a:r>
              <a:rPr lang="en-US" sz="2800">
                <a:solidFill>
                  <a:srgbClr val="000000"/>
                </a:solidFill>
                <a:highlight>
                  <a:srgbClr val="FFFFFF"/>
                </a:highlight>
                <a:latin typeface="Cascadia Mono" panose="020B0609020000020004" pitchFamily="49" charset="0"/>
              </a:rPr>
              <a:t> date Of Birth = </a:t>
            </a:r>
            <a:r>
              <a:rPr lang="en-US" sz="2800">
                <a:solidFill>
                  <a:srgbClr val="A31515"/>
                </a:solidFill>
                <a:highlight>
                  <a:srgbClr val="FFFFFF"/>
                </a:highlight>
                <a:latin typeface="Cascadia Mono" panose="020B0609020000020004" pitchFamily="49" charset="0"/>
              </a:rPr>
              <a:t>"May 5th, 2021"</a:t>
            </a:r>
            <a:r>
              <a:rPr lang="en-US" sz="2800">
                <a:solidFill>
                  <a:srgbClr val="000000"/>
                </a:solidFill>
                <a:highlight>
                  <a:srgbClr val="FFFFFF"/>
                </a:highlight>
                <a:latin typeface="Cascadia Mono" panose="020B0609020000020004" pitchFamily="49" charset="0"/>
              </a:rPr>
              <a:t>; </a:t>
            </a:r>
            <a:r>
              <a:rPr lang="en-US" sz="2800">
                <a:solidFill>
                  <a:srgbClr val="008000"/>
                </a:solidFill>
                <a:highlight>
                  <a:srgbClr val="FFFFFF"/>
                </a:highlight>
                <a:latin typeface="Cascadia Mono" panose="020B0609020000020004" pitchFamily="49" charset="0"/>
              </a:rPr>
              <a:t>// error</a:t>
            </a:r>
            <a:endParaRPr lang="en-US" sz="66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9238982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Rule 5: </a:t>
            </a:r>
            <a:r>
              <a:rPr lang="en-US" b="1"/>
              <a:t>Spaces Around Don’t Matter</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You can have as much “White space” as you want.</a:t>
            </a:r>
          </a:p>
          <a:p>
            <a:endParaRPr lang="en-US" sz="3200"/>
          </a:p>
          <a:p>
            <a:r>
              <a:rPr lang="en-US" sz="3200"/>
              <a:t>White space is the spaces between statements, tabs, which line things happen on…</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6459795" y="2024780"/>
            <a:ext cx="5212078" cy="4137189"/>
          </a:xfrm>
        </p:spPr>
        <p:txBody>
          <a:bodyPr anchor="ctr">
            <a:normAutofit/>
          </a:bodyPr>
          <a:lstStyle/>
          <a:p>
            <a:r>
              <a:rPr lang="en-US" sz="1800">
                <a:solidFill>
                  <a:srgbClr val="0000FF"/>
                </a:solidFill>
                <a:highlight>
                  <a:srgbClr val="FFFFFF"/>
                </a:highlight>
                <a:latin typeface="Cascadia Mono" panose="020B0609020000020004" pitchFamily="49" charset="0"/>
              </a:rPr>
              <a:t>if</a:t>
            </a:r>
            <a:r>
              <a:rPr lang="en-US" sz="1800">
                <a:solidFill>
                  <a:srgbClr val="000000"/>
                </a:solidFill>
                <a:highlight>
                  <a:srgbClr val="FFFFFF"/>
                </a:highlight>
                <a:latin typeface="Cascadia Mono" panose="020B0609020000020004" pitchFamily="49" charset="0"/>
              </a:rPr>
              <a:t> (x &gt; 0) </a:t>
            </a:r>
            <a:r>
              <a:rPr lang="en-US" sz="1800">
                <a:solidFill>
                  <a:srgbClr val="008000"/>
                </a:solidFill>
                <a:highlight>
                  <a:srgbClr val="FFFFFF"/>
                </a:highlight>
                <a:latin typeface="Cascadia Mono" panose="020B0609020000020004" pitchFamily="49" charset="0"/>
              </a:rPr>
              <a:t>// this works</a:t>
            </a:r>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    std::</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"Positive number</a:t>
            </a:r>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a:t>
            </a:r>
          </a:p>
          <a:p>
            <a:endParaRPr lang="en-US">
              <a:solidFill>
                <a:srgbClr val="000000"/>
              </a:solidFill>
              <a:highlight>
                <a:srgbClr val="FFFFFF"/>
              </a:highlight>
              <a:latin typeface="Cascadia Mono" panose="020B0609020000020004" pitchFamily="49" charset="0"/>
              <a:cs typeface="Cascadia Code" panose="020B0609020000020004" pitchFamily="49" charset="0"/>
            </a:endParaRPr>
          </a:p>
          <a:p>
            <a:r>
              <a:rPr lang="en-US" sz="1800">
                <a:solidFill>
                  <a:srgbClr val="0000FF"/>
                </a:solidFill>
                <a:highlight>
                  <a:srgbClr val="FFFFFF"/>
                </a:highlight>
                <a:latin typeface="Cascadia Mono" panose="020B0609020000020004" pitchFamily="49" charset="0"/>
              </a:rPr>
              <a:t>if</a:t>
            </a:r>
            <a:r>
              <a:rPr lang="en-US" sz="1800">
                <a:solidFill>
                  <a:srgbClr val="000000"/>
                </a:solidFill>
                <a:highlight>
                  <a:srgbClr val="FFFFFF"/>
                </a:highlight>
                <a:latin typeface="Cascadia Mono" panose="020B0609020000020004" pitchFamily="49" charset="0"/>
              </a:rPr>
              <a:t> (x &gt; 0) {std::</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"Positive number"</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std::</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r>
              <a:rPr lang="en-US" sz="1800">
                <a:solidFill>
                  <a:srgbClr val="008000"/>
                </a:solidFill>
                <a:highlight>
                  <a:srgbClr val="FFFFFF"/>
                </a:highlight>
                <a:latin typeface="Cascadia Mono" panose="020B0609020000020004" pitchFamily="49" charset="0"/>
              </a:rPr>
              <a:t> // this works</a:t>
            </a:r>
            <a:endParaRPr lang="en-US" sz="1800">
              <a:solidFill>
                <a:srgbClr val="000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5626477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B30D01-F2F8-A7B5-D5DA-1A1925257216}"/>
              </a:ext>
            </a:extLst>
          </p:cNvPr>
          <p:cNvSpPr>
            <a:spLocks noGrp="1"/>
          </p:cNvSpPr>
          <p:nvPr>
            <p:ph type="title"/>
          </p:nvPr>
        </p:nvSpPr>
        <p:spPr>
          <a:xfrm>
            <a:off x="6562816" y="457200"/>
            <a:ext cx="4837176" cy="1993392"/>
          </a:xfrm>
        </p:spPr>
        <p:txBody>
          <a:bodyPr anchor="b">
            <a:normAutofit/>
          </a:bodyPr>
          <a:lstStyle/>
          <a:p>
            <a:r>
              <a:rPr lang="en-US"/>
              <a:t>C++ Syntax Guidelines</a:t>
            </a:r>
          </a:p>
        </p:txBody>
      </p:sp>
      <p:pic>
        <p:nvPicPr>
          <p:cNvPr id="5" name="Picture 4" descr="Stock exchange numbers">
            <a:extLst>
              <a:ext uri="{FF2B5EF4-FFF2-40B4-BE49-F238E27FC236}">
                <a16:creationId xmlns:a16="http://schemas.microsoft.com/office/drawing/2014/main" id="{FFE227FF-043B-AF5C-A966-656BC01DD7D3}"/>
              </a:ext>
            </a:extLst>
          </p:cNvPr>
          <p:cNvPicPr>
            <a:picLocks noChangeAspect="1"/>
          </p:cNvPicPr>
          <p:nvPr/>
        </p:nvPicPr>
        <p:blipFill>
          <a:blip r:embed="rId2"/>
          <a:srcRect l="13724" r="26756" b="-1"/>
          <a:stretch/>
        </p:blipFill>
        <p:spPr>
          <a:xfrm>
            <a:off x="-28882" y="10"/>
            <a:ext cx="6115050" cy="6857990"/>
          </a:xfrm>
          <a:prstGeom prst="parallelogram">
            <a:avLst/>
          </a:prstGeom>
          <a:noFill/>
          <a:ln>
            <a:noFill/>
          </a:ln>
        </p:spPr>
      </p:pic>
      <p:sp>
        <p:nvSpPr>
          <p:cNvPr id="10" name="Content Placeholder 3">
            <a:extLst>
              <a:ext uri="{FF2B5EF4-FFF2-40B4-BE49-F238E27FC236}">
                <a16:creationId xmlns:a16="http://schemas.microsoft.com/office/drawing/2014/main" id="{3CA094F1-7883-2D40-49E4-4B15596ACD81}"/>
              </a:ext>
            </a:extLst>
          </p:cNvPr>
          <p:cNvSpPr>
            <a:spLocks noGrp="1"/>
          </p:cNvSpPr>
          <p:nvPr>
            <p:ph idx="1"/>
          </p:nvPr>
        </p:nvSpPr>
        <p:spPr>
          <a:xfrm>
            <a:off x="6562818" y="2752344"/>
            <a:ext cx="4837174" cy="3136392"/>
          </a:xfrm>
        </p:spPr>
        <p:txBody>
          <a:bodyPr/>
          <a:lstStyle/>
          <a:p>
            <a:r>
              <a:rPr lang="en" sz="1800"/>
              <a:t>These are best practices, but not entirely required for your code to run.</a:t>
            </a:r>
          </a:p>
          <a:p>
            <a:endParaRPr lang="en"/>
          </a:p>
          <a:p>
            <a:r>
              <a:rPr lang="en"/>
              <a:t>Your code will be graded on if you follow these.</a:t>
            </a:r>
            <a:endParaRPr lang="en-US"/>
          </a:p>
        </p:txBody>
      </p:sp>
    </p:spTree>
    <p:extLst>
      <p:ext uri="{BB962C8B-B14F-4D97-AF65-F5344CB8AC3E}">
        <p14:creationId xmlns:p14="http://schemas.microsoft.com/office/powerpoint/2010/main" val="3452714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Naming</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lnSpcReduction="10000"/>
          </a:bodyPr>
          <a:lstStyle/>
          <a:p>
            <a:r>
              <a:rPr lang="en-US" sz="3200"/>
              <a:t>Name your variables, functions, classes </a:t>
            </a:r>
            <a:r>
              <a:rPr lang="en-US" sz="3200" err="1"/>
              <a:t>etc</a:t>
            </a:r>
            <a:r>
              <a:rPr lang="en-US" sz="3200"/>
              <a:t>… so they are easy to understand.</a:t>
            </a:r>
          </a:p>
          <a:p>
            <a:endParaRPr lang="en-US" sz="3200"/>
          </a:p>
          <a:p>
            <a:r>
              <a:rPr lang="en-US" sz="3200"/>
              <a:t>You COULD make a function </a:t>
            </a:r>
            <a:r>
              <a:rPr lang="en-US" sz="3200">
                <a:latin typeface="Cascadia Code" panose="020B0609020000020004" pitchFamily="49" charset="0"/>
                <a:cs typeface="Cascadia Code" panose="020B0609020000020004" pitchFamily="49" charset="0"/>
              </a:rPr>
              <a:t>banana(); </a:t>
            </a:r>
            <a:r>
              <a:rPr lang="en-US" sz="3200"/>
              <a:t>that calculates the Pythagorean Theorem, but it wouldn’t be very easy to understand that.</a:t>
            </a:r>
          </a:p>
          <a:p>
            <a:endParaRPr lang="en-US" sz="3200"/>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6096000" y="2024780"/>
            <a:ext cx="5257801" cy="4137189"/>
          </a:xfrm>
        </p:spPr>
        <p:txBody>
          <a:bodyPr anchor="ctr">
            <a:normAutofit/>
          </a:bodyPr>
          <a:lstStyle/>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name = </a:t>
            </a:r>
            <a:r>
              <a:rPr lang="en-US" sz="1800">
                <a:solidFill>
                  <a:srgbClr val="A31515"/>
                </a:solidFill>
                <a:highlight>
                  <a:srgbClr val="FFFFFF"/>
                </a:highlight>
                <a:latin typeface="Cascadia Mono" panose="020B0609020000020004" pitchFamily="49" charset="0"/>
              </a:rPr>
              <a:t>"Billy"</a:t>
            </a:r>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good</a:t>
            </a:r>
          </a:p>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x = </a:t>
            </a:r>
            <a:r>
              <a:rPr lang="en-US" sz="1800">
                <a:solidFill>
                  <a:srgbClr val="A31515"/>
                </a:solidFill>
                <a:highlight>
                  <a:srgbClr val="FFFFFF"/>
                </a:highlight>
                <a:latin typeface="Cascadia Mono" panose="020B0609020000020004" pitchFamily="49" charset="0"/>
              </a:rPr>
              <a:t>"Billy"</a:t>
            </a:r>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bad</a:t>
            </a:r>
            <a:endParaRPr lang="en-US" sz="1800">
              <a:solidFill>
                <a:srgbClr val="000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19173469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a:latin typeface="+mn-lt"/>
              </a:rPr>
              <a:t>Capitalization for Variables and Functions</a:t>
            </a:r>
            <a:endParaRPr lang="en-US"/>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pPr marL="101598">
              <a:spcBef>
                <a:spcPts val="1000"/>
              </a:spcBef>
              <a:buClr>
                <a:schemeClr val="bg2">
                  <a:lumMod val="40000"/>
                  <a:lumOff val="60000"/>
                </a:schemeClr>
              </a:buClr>
              <a:buSzPct val="80000"/>
            </a:pPr>
            <a:r>
              <a:rPr lang="en-US" sz="3200">
                <a:latin typeface="+mj-lt"/>
                <a:ea typeface="+mj-ea"/>
                <a:cs typeface="+mj-cs"/>
                <a:sym typeface="Roboto"/>
              </a:rPr>
              <a:t>When combining words for a variable or function, capitalize the first letter of each word after the first, but leave the first lowercase.</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pPr marL="609585" indent="-507987">
              <a:spcBef>
                <a:spcPts val="1000"/>
              </a:spcBef>
              <a:buClr>
                <a:schemeClr val="bg2">
                  <a:lumMod val="40000"/>
                  <a:lumOff val="60000"/>
                </a:schemeClr>
              </a:buClr>
              <a:buSzPct val="80000"/>
              <a:buFont typeface="Wingdings 3" charset="2"/>
              <a:buChar char=""/>
            </a:pPr>
            <a:r>
              <a:rPr lang="en-US" sz="2800">
                <a:latin typeface="+mj-lt"/>
                <a:ea typeface="+mj-ea"/>
                <a:cs typeface="+mj-cs"/>
                <a:sym typeface="Roboto"/>
              </a:rPr>
              <a:t>EX: </a:t>
            </a:r>
            <a:r>
              <a:rPr lang="en-US" sz="2800" err="1">
                <a:latin typeface="Courier New" panose="02070309020205020404" pitchFamily="49" charset="0"/>
                <a:ea typeface="+mj-ea"/>
                <a:cs typeface="Courier New" panose="02070309020205020404" pitchFamily="49" charset="0"/>
                <a:sym typeface="Roboto"/>
              </a:rPr>
              <a:t>dayOfTheMonth</a:t>
            </a:r>
            <a:endParaRPr lang="en-US" sz="2800">
              <a:latin typeface="Courier New" panose="02070309020205020404" pitchFamily="49" charset="0"/>
              <a:ea typeface="+mj-ea"/>
              <a:cs typeface="Courier New" panose="02070309020205020404" pitchFamily="49" charset="0"/>
              <a:sym typeface="Roboto"/>
            </a:endParaRPr>
          </a:p>
          <a:p>
            <a:pPr marL="1066785" lvl="1" indent="-507987">
              <a:spcBef>
                <a:spcPts val="1000"/>
              </a:spcBef>
              <a:buClr>
                <a:schemeClr val="bg2">
                  <a:lumMod val="40000"/>
                  <a:lumOff val="60000"/>
                </a:schemeClr>
              </a:buClr>
              <a:buSzPct val="80000"/>
              <a:buFont typeface="Wingdings 3" charset="2"/>
              <a:buChar char=""/>
            </a:pPr>
            <a:r>
              <a:rPr lang="en-US" sz="2800">
                <a:latin typeface="+mj-lt"/>
                <a:ea typeface="+mj-ea"/>
                <a:cs typeface="+mj-cs"/>
                <a:sym typeface="Roboto"/>
              </a:rPr>
              <a:t>Vs. </a:t>
            </a:r>
            <a:r>
              <a:rPr lang="en-US" sz="2800" err="1">
                <a:latin typeface="Courier New" panose="02070309020205020404" pitchFamily="49" charset="0"/>
                <a:ea typeface="+mj-ea"/>
                <a:cs typeface="Courier New" panose="02070309020205020404" pitchFamily="49" charset="0"/>
                <a:sym typeface="Roboto"/>
              </a:rPr>
              <a:t>dayofthemonth</a:t>
            </a:r>
            <a:endParaRPr lang="en-US" sz="2800">
              <a:latin typeface="Courier New" panose="02070309020205020404" pitchFamily="49" charset="0"/>
              <a:ea typeface="+mj-ea"/>
              <a:cs typeface="Courier New" panose="02070309020205020404" pitchFamily="49" charset="0"/>
              <a:sym typeface="Roboto"/>
            </a:endParaRPr>
          </a:p>
          <a:p>
            <a:pPr marL="609585" indent="-507987">
              <a:spcBef>
                <a:spcPts val="1000"/>
              </a:spcBef>
              <a:buClr>
                <a:schemeClr val="bg2">
                  <a:lumMod val="40000"/>
                  <a:lumOff val="60000"/>
                </a:schemeClr>
              </a:buClr>
              <a:buSzPct val="80000"/>
              <a:buFont typeface="Wingdings 3" charset="2"/>
              <a:buChar char=""/>
            </a:pPr>
            <a:r>
              <a:rPr lang="en-US" sz="2800">
                <a:latin typeface="+mj-lt"/>
                <a:ea typeface="+mj-ea"/>
                <a:cs typeface="+mj-cs"/>
                <a:sym typeface="Roboto"/>
              </a:rPr>
              <a:t>EX: </a:t>
            </a:r>
            <a:r>
              <a:rPr lang="en-US" sz="2800" err="1">
                <a:latin typeface="Courier New" panose="02070309020205020404" pitchFamily="49" charset="0"/>
                <a:ea typeface="+mj-ea"/>
                <a:cs typeface="Courier New" panose="02070309020205020404" pitchFamily="49" charset="0"/>
                <a:sym typeface="Roboto"/>
              </a:rPr>
              <a:t>studentName</a:t>
            </a:r>
            <a:endParaRPr lang="en-US" sz="2800">
              <a:latin typeface="Courier New" panose="02070309020205020404" pitchFamily="49" charset="0"/>
              <a:ea typeface="+mj-ea"/>
              <a:cs typeface="Courier New" panose="02070309020205020404" pitchFamily="49" charset="0"/>
              <a:sym typeface="Roboto"/>
            </a:endParaRPr>
          </a:p>
          <a:p>
            <a:pPr marL="1066785" lvl="1" indent="-507987">
              <a:spcBef>
                <a:spcPts val="1000"/>
              </a:spcBef>
              <a:buClr>
                <a:schemeClr val="bg2">
                  <a:lumMod val="40000"/>
                  <a:lumOff val="60000"/>
                </a:schemeClr>
              </a:buClr>
              <a:buSzPct val="80000"/>
              <a:buFont typeface="Wingdings 3" charset="2"/>
              <a:buChar char=""/>
            </a:pPr>
            <a:r>
              <a:rPr lang="en-US" sz="2800">
                <a:latin typeface="+mj-lt"/>
                <a:ea typeface="+mj-ea"/>
                <a:cs typeface="+mj-cs"/>
                <a:sym typeface="Roboto"/>
              </a:rPr>
              <a:t>Vs. </a:t>
            </a:r>
            <a:r>
              <a:rPr lang="en-US" sz="2800" err="1">
                <a:latin typeface="Courier New" panose="02070309020205020404" pitchFamily="49" charset="0"/>
                <a:ea typeface="+mj-ea"/>
                <a:cs typeface="Courier New" panose="02070309020205020404" pitchFamily="49" charset="0"/>
                <a:sym typeface="Roboto"/>
              </a:rPr>
              <a:t>studentname</a:t>
            </a:r>
            <a:endParaRPr lang="en-US" sz="2800">
              <a:latin typeface="Courier New" panose="02070309020205020404" pitchFamily="49" charset="0"/>
              <a:ea typeface="+mj-ea"/>
              <a:cs typeface="Courier New" panose="02070309020205020404" pitchFamily="49" charset="0"/>
              <a:sym typeface="Roboto"/>
            </a:endParaRPr>
          </a:p>
        </p:txBody>
      </p:sp>
    </p:spTree>
    <p:extLst>
      <p:ext uri="{BB962C8B-B14F-4D97-AF65-F5344CB8AC3E}">
        <p14:creationId xmlns:p14="http://schemas.microsoft.com/office/powerpoint/2010/main" val="1500685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a:latin typeface="+mn-lt"/>
              </a:rPr>
              <a:t>Capitalization for Classes</a:t>
            </a:r>
            <a:endParaRPr lang="en-US"/>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a:xfrm>
            <a:off x="830577" y="2024780"/>
            <a:ext cx="5212079" cy="4137189"/>
          </a:xfrm>
        </p:spPr>
        <p:txBody>
          <a:bodyPr anchor="ctr">
            <a:normAutofit/>
          </a:bodyPr>
          <a:lstStyle/>
          <a:p>
            <a:pPr marL="101598">
              <a:spcBef>
                <a:spcPts val="1000"/>
              </a:spcBef>
              <a:buClr>
                <a:schemeClr val="bg2">
                  <a:lumMod val="40000"/>
                  <a:lumOff val="60000"/>
                </a:schemeClr>
              </a:buClr>
              <a:buSzPct val="80000"/>
            </a:pPr>
            <a:r>
              <a:rPr lang="en-US" sz="3200">
                <a:latin typeface="+mj-lt"/>
                <a:ea typeface="+mj-ea"/>
                <a:cs typeface="+mj-cs"/>
                <a:sym typeface="Roboto"/>
              </a:rPr>
              <a:t>When combining words for a class, capitalize each word, including the First</a:t>
            </a:r>
          </a:p>
        </p:txBody>
      </p:sp>
      <p:sp>
        <p:nvSpPr>
          <p:cNvPr id="4" name="Content Placeholder 3">
            <a:extLst>
              <a:ext uri="{FF2B5EF4-FFF2-40B4-BE49-F238E27FC236}">
                <a16:creationId xmlns:a16="http://schemas.microsoft.com/office/drawing/2014/main" id="{8A80B9D9-BA7B-260B-8180-2168BE59AFD0}"/>
              </a:ext>
            </a:extLst>
          </p:cNvPr>
          <p:cNvSpPr>
            <a:spLocks noGrp="1" noRot="1" noMove="1" noResize="1" noEditPoints="1" noAdjustHandles="1" noChangeArrowheads="1" noChangeShapeType="1"/>
          </p:cNvSpPr>
          <p:nvPr>
            <p:ph sz="quarter" idx="14"/>
          </p:nvPr>
        </p:nvSpPr>
        <p:spPr/>
        <p:txBody>
          <a:bodyPr anchor="ctr">
            <a:normAutofit/>
          </a:bodyPr>
          <a:lstStyle/>
          <a:p>
            <a:pPr marL="101598">
              <a:spcBef>
                <a:spcPts val="1000"/>
              </a:spcBef>
              <a:buClr>
                <a:schemeClr val="bg2">
                  <a:lumMod val="40000"/>
                  <a:lumOff val="60000"/>
                </a:schemeClr>
              </a:buClr>
              <a:buSzPct val="80000"/>
            </a:pPr>
            <a:r>
              <a:rPr lang="en-US" sz="2800">
                <a:latin typeface="Cascadia Code" panose="020B0609020000020004" pitchFamily="49" charset="0"/>
                <a:ea typeface="+mj-ea"/>
                <a:cs typeface="Cascadia Code" panose="020B0609020000020004" pitchFamily="49" charset="0"/>
                <a:sym typeface="Roboto"/>
              </a:rPr>
              <a:t>class </a:t>
            </a:r>
            <a:r>
              <a:rPr lang="en-US" sz="2800" err="1">
                <a:latin typeface="Cascadia Code" panose="020B0609020000020004" pitchFamily="49" charset="0"/>
                <a:ea typeface="+mj-ea"/>
                <a:cs typeface="Cascadia Code" panose="020B0609020000020004" pitchFamily="49" charset="0"/>
                <a:sym typeface="Roboto"/>
              </a:rPr>
              <a:t>CustomPokemon</a:t>
            </a:r>
            <a:endParaRPr lang="en-US" sz="2800">
              <a:latin typeface="Cascadia Code" panose="020B0609020000020004" pitchFamily="49" charset="0"/>
              <a:ea typeface="+mj-ea"/>
              <a:cs typeface="Cascadia Code" panose="020B0609020000020004" pitchFamily="49" charset="0"/>
              <a:sym typeface="Roboto"/>
            </a:endParaRPr>
          </a:p>
          <a:p>
            <a:pPr marL="101598">
              <a:spcBef>
                <a:spcPts val="1000"/>
              </a:spcBef>
              <a:buClr>
                <a:schemeClr val="bg2">
                  <a:lumMod val="40000"/>
                  <a:lumOff val="60000"/>
                </a:schemeClr>
              </a:buClr>
              <a:buSzPct val="80000"/>
            </a:pPr>
            <a:endParaRPr lang="en-US" sz="2800">
              <a:latin typeface="Cascadia Code" panose="020B0609020000020004" pitchFamily="49" charset="0"/>
              <a:ea typeface="+mj-ea"/>
              <a:cs typeface="Cascadia Code" panose="020B0609020000020004" pitchFamily="49" charset="0"/>
              <a:sym typeface="Roboto"/>
            </a:endParaRPr>
          </a:p>
          <a:p>
            <a:pPr marL="101598">
              <a:buClr>
                <a:schemeClr val="bg2">
                  <a:lumMod val="40000"/>
                  <a:lumOff val="60000"/>
                </a:schemeClr>
              </a:buClr>
              <a:buSzPct val="80000"/>
            </a:pPr>
            <a:r>
              <a:rPr lang="en-US" sz="2800">
                <a:latin typeface="Cascadia Code" panose="020B0609020000020004" pitchFamily="49" charset="0"/>
                <a:ea typeface="+mj-ea"/>
                <a:cs typeface="Cascadia Code" panose="020B0609020000020004" pitchFamily="49" charset="0"/>
                <a:sym typeface="Roboto"/>
              </a:rPr>
              <a:t>class </a:t>
            </a:r>
            <a:r>
              <a:rPr lang="en-US" sz="2800" err="1">
                <a:latin typeface="Cascadia Code" panose="020B0609020000020004" pitchFamily="49" charset="0"/>
                <a:ea typeface="+mj-ea"/>
                <a:cs typeface="Cascadia Code" panose="020B0609020000020004" pitchFamily="49" charset="0"/>
                <a:sym typeface="Roboto"/>
              </a:rPr>
              <a:t>PythagoreanTheoremSolver</a:t>
            </a:r>
            <a:endParaRPr lang="en-US" sz="2800">
              <a:latin typeface="Cascadia Code" panose="020B0609020000020004" pitchFamily="49" charset="0"/>
              <a:ea typeface="+mj-ea"/>
              <a:cs typeface="Cascadia Code" panose="020B0609020000020004" pitchFamily="49" charset="0"/>
              <a:sym typeface="Roboto"/>
            </a:endParaRPr>
          </a:p>
        </p:txBody>
      </p:sp>
    </p:spTree>
    <p:extLst>
      <p:ext uri="{BB962C8B-B14F-4D97-AF65-F5344CB8AC3E}">
        <p14:creationId xmlns:p14="http://schemas.microsoft.com/office/powerpoint/2010/main" val="40450886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a:latin typeface="+mn-lt"/>
              </a:rPr>
              <a:t>Use of Comments</a:t>
            </a:r>
            <a:endParaRPr lang="en-US"/>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Comment your code to explain why, not what.</a:t>
            </a:r>
          </a:p>
          <a:p>
            <a:endParaRPr lang="en-US" sz="3200"/>
          </a:p>
          <a:p>
            <a:r>
              <a:rPr lang="en-US" sz="3200"/>
              <a:t>Avoid over-commenting or commenting obvious code.</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1800">
                <a:solidFill>
                  <a:srgbClr val="008000"/>
                </a:solidFill>
                <a:highlight>
                  <a:srgbClr val="FFFFFF"/>
                </a:highlight>
                <a:latin typeface="Cascadia Mono" panose="020B0609020000020004" pitchFamily="49" charset="0"/>
              </a:rPr>
              <a:t>// Good: Explains why the formula is being used</a:t>
            </a:r>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calculateArea</a:t>
            </a:r>
            <a:r>
              <a:rPr lang="en-US" sz="1800">
                <a:solidFill>
                  <a:srgbClr val="000000"/>
                </a:solidFill>
                <a:highlight>
                  <a:srgbClr val="FFFFFF"/>
                </a:highlight>
                <a:latin typeface="Cascadia Mono" panose="020B0609020000020004" pitchFamily="49" charset="0"/>
              </a:rPr>
              <a:t>(</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a:solidFill>
                  <a:srgbClr val="808080"/>
                </a:solidFill>
                <a:highlight>
                  <a:srgbClr val="FFFFFF"/>
                </a:highlight>
                <a:latin typeface="Cascadia Mono" panose="020B0609020000020004" pitchFamily="49" charset="0"/>
              </a:rPr>
              <a:t>width</a:t>
            </a:r>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a:solidFill>
                  <a:srgbClr val="808080"/>
                </a:solidFill>
                <a:highlight>
                  <a:srgbClr val="FFFFFF"/>
                </a:highlight>
                <a:latin typeface="Cascadia Mono" panose="020B0609020000020004" pitchFamily="49" charset="0"/>
              </a:rPr>
              <a:t>height</a:t>
            </a:r>
            <a:r>
              <a:rPr lang="en-US" sz="1800">
                <a:solidFill>
                  <a:srgbClr val="000000"/>
                </a:solidFill>
                <a:highlight>
                  <a:srgbClr val="FFFFFF"/>
                </a:highlight>
                <a:latin typeface="Cascadia Mono" panose="020B0609020000020004" pitchFamily="49" charset="0"/>
              </a:rPr>
              <a:t>) {</a:t>
            </a:r>
          </a:p>
          <a:p>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return</a:t>
            </a:r>
            <a:r>
              <a:rPr lang="en-US" sz="1800">
                <a:solidFill>
                  <a:srgbClr val="000000"/>
                </a:solidFill>
                <a:highlight>
                  <a:srgbClr val="FFFFFF"/>
                </a:highlight>
                <a:latin typeface="Cascadia Mono" panose="020B0609020000020004" pitchFamily="49" charset="0"/>
              </a:rPr>
              <a:t> </a:t>
            </a:r>
            <a:r>
              <a:rPr lang="en-US" sz="1800">
                <a:solidFill>
                  <a:srgbClr val="808080"/>
                </a:solidFill>
                <a:highlight>
                  <a:srgbClr val="FFFFFF"/>
                </a:highlight>
                <a:latin typeface="Cascadia Mono" panose="020B0609020000020004" pitchFamily="49" charset="0"/>
              </a:rPr>
              <a:t>width</a:t>
            </a:r>
            <a:r>
              <a:rPr lang="en-US" sz="1800">
                <a:solidFill>
                  <a:srgbClr val="000000"/>
                </a:solidFill>
                <a:highlight>
                  <a:srgbClr val="FFFFFF"/>
                </a:highlight>
                <a:latin typeface="Cascadia Mono" panose="020B0609020000020004" pitchFamily="49" charset="0"/>
              </a:rPr>
              <a:t> * </a:t>
            </a:r>
            <a:r>
              <a:rPr lang="en-US" sz="1800">
                <a:solidFill>
                  <a:srgbClr val="808080"/>
                </a:solidFill>
                <a:highlight>
                  <a:srgbClr val="FFFFFF"/>
                </a:highlight>
                <a:latin typeface="Cascadia Mono" panose="020B0609020000020004" pitchFamily="49" charset="0"/>
              </a:rPr>
              <a:t>height</a:t>
            </a:r>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Formula for rectangle area</a:t>
            </a:r>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a:t>
            </a:r>
          </a:p>
          <a:p>
            <a:endParaRPr lang="en-US">
              <a:solidFill>
                <a:srgbClr val="000000"/>
              </a:solidFill>
              <a:highlight>
                <a:srgbClr val="FFFFFF"/>
              </a:highlight>
              <a:latin typeface="Cascadia Mono" panose="020B0609020000020004" pitchFamily="49" charset="0"/>
              <a:cs typeface="Cascadia Code" panose="020B0609020000020004" pitchFamily="49" charset="0"/>
            </a:endParaRPr>
          </a:p>
          <a:p>
            <a:r>
              <a:rPr lang="en-US" sz="1800">
                <a:solidFill>
                  <a:srgbClr val="008000"/>
                </a:solidFill>
                <a:highlight>
                  <a:srgbClr val="FFFFFF"/>
                </a:highlight>
                <a:latin typeface="Cascadia Mono" panose="020B0609020000020004" pitchFamily="49" charset="0"/>
              </a:rPr>
              <a:t>// Bad: It's obvious</a:t>
            </a:r>
            <a:endParaRPr lang="en-US" sz="1800">
              <a:solidFill>
                <a:srgbClr val="000000"/>
              </a:solidFill>
              <a:highlight>
                <a:srgbClr val="FFFFFF"/>
              </a:highlight>
              <a:latin typeface="Cascadia Mono" panose="020B0609020000020004" pitchFamily="49" charset="0"/>
            </a:endParaRPr>
          </a:p>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name = </a:t>
            </a:r>
            <a:r>
              <a:rPr lang="en-US" sz="1800">
                <a:solidFill>
                  <a:srgbClr val="A31515"/>
                </a:solidFill>
                <a:highlight>
                  <a:srgbClr val="FFFFFF"/>
                </a:highlight>
                <a:latin typeface="Cascadia Mono" panose="020B0609020000020004" pitchFamily="49" charset="0"/>
              </a:rPr>
              <a:t>"Billy"</a:t>
            </a:r>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Stores the name</a:t>
            </a:r>
            <a:endParaRPr lang="en-US" sz="4800">
              <a:latin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5296937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Indentation</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Use consistent indentation (hit tab) to keep things in line within their code block.</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main() {</a:t>
            </a:r>
          </a:p>
          <a:p>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x = 10;</a:t>
            </a:r>
          </a:p>
          <a:p>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if</a:t>
            </a:r>
            <a:r>
              <a:rPr lang="en-US" sz="1800">
                <a:solidFill>
                  <a:srgbClr val="000000"/>
                </a:solidFill>
                <a:highlight>
                  <a:srgbClr val="FFFFFF"/>
                </a:highlight>
                <a:latin typeface="Cascadia Mono" panose="020B0609020000020004" pitchFamily="49" charset="0"/>
              </a:rPr>
              <a:t> (x &gt; 5) {</a:t>
            </a:r>
          </a:p>
          <a:p>
            <a:r>
              <a:rPr lang="en-US" sz="1800">
                <a:solidFill>
                  <a:srgbClr val="000000"/>
                </a:solidFill>
                <a:highlight>
                  <a:srgbClr val="FFFFFF"/>
                </a:highlight>
                <a:latin typeface="Cascadia Mono" panose="020B0609020000020004" pitchFamily="49" charset="0"/>
              </a:rPr>
              <a:t>        std::</a:t>
            </a:r>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"Greater than 5"</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std::</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p>
          <a:p>
            <a:r>
              <a:rPr lang="en-US" sz="18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0592008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The { } Placement</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lnSpcReduction="10000"/>
          </a:bodyPr>
          <a:lstStyle/>
          <a:p>
            <a:r>
              <a:rPr lang="en-US" sz="3200"/>
              <a:t>It doesn’t matter which line the { goes on. </a:t>
            </a:r>
          </a:p>
          <a:p>
            <a:endParaRPr lang="en-US" sz="3200"/>
          </a:p>
          <a:p>
            <a:r>
              <a:rPr lang="en-US" sz="3200"/>
              <a:t>As long as you are consistent.</a:t>
            </a:r>
          </a:p>
          <a:p>
            <a:endParaRPr lang="en-US" sz="3200"/>
          </a:p>
          <a:p>
            <a:r>
              <a:rPr lang="en-US" sz="3200" i="1"/>
              <a:t>I prefer option 1 for short blocks, but use option 2 when coding for students, as it can be clearer.</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1800">
                <a:solidFill>
                  <a:srgbClr val="0000FF"/>
                </a:solidFill>
                <a:highlight>
                  <a:srgbClr val="FFFFFF"/>
                </a:highlight>
                <a:latin typeface="Cascadia Mono" panose="020B0609020000020004" pitchFamily="49" charset="0"/>
              </a:rPr>
              <a:t>if</a:t>
            </a:r>
            <a:r>
              <a:rPr lang="en-US" sz="1800">
                <a:solidFill>
                  <a:srgbClr val="000000"/>
                </a:solidFill>
                <a:highlight>
                  <a:srgbClr val="FFFFFF"/>
                </a:highlight>
                <a:latin typeface="Cascadia Mono" panose="020B0609020000020004" pitchFamily="49" charset="0"/>
              </a:rPr>
              <a:t> (x &gt; 5) { </a:t>
            </a:r>
            <a:r>
              <a:rPr lang="en-US" sz="1800">
                <a:solidFill>
                  <a:srgbClr val="008000"/>
                </a:solidFill>
                <a:highlight>
                  <a:srgbClr val="FFFFFF"/>
                </a:highlight>
                <a:latin typeface="Cascadia Mono" panose="020B0609020000020004" pitchFamily="49" charset="0"/>
              </a:rPr>
              <a:t>// option 1</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Code</a:t>
            </a:r>
          </a:p>
          <a:p>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if</a:t>
            </a:r>
            <a:r>
              <a:rPr lang="en-US" sz="1800">
                <a:solidFill>
                  <a:srgbClr val="000000"/>
                </a:solidFill>
                <a:highlight>
                  <a:srgbClr val="FFFFFF"/>
                </a:highlight>
                <a:latin typeface="Cascadia Mono" panose="020B0609020000020004" pitchFamily="49" charset="0"/>
              </a:rPr>
              <a:t> (x &gt; 5) </a:t>
            </a:r>
            <a:r>
              <a:rPr lang="en-US" sz="1800">
                <a:solidFill>
                  <a:srgbClr val="008000"/>
                </a:solidFill>
                <a:highlight>
                  <a:srgbClr val="FFFFFF"/>
                </a:highlight>
                <a:latin typeface="Cascadia Mono" panose="020B0609020000020004" pitchFamily="49" charset="0"/>
              </a:rPr>
              <a:t>// option 2</a:t>
            </a:r>
          </a:p>
          <a:p>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Code</a:t>
            </a:r>
          </a:p>
          <a:p>
            <a:r>
              <a:rPr lang="en-US" sz="18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7699015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Consistency</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Keep your style consistent. Space things out the same way, use the same style for naming things and keep things clean.</a:t>
            </a:r>
            <a:endParaRPr lang="en-US" sz="3200" i="1"/>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a:bodyPr>
          <a:lstStyle/>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sum = a + b;  </a:t>
            </a:r>
            <a:r>
              <a:rPr lang="en-US" sz="1800">
                <a:solidFill>
                  <a:srgbClr val="008000"/>
                </a:solidFill>
                <a:highlight>
                  <a:srgbClr val="FFFFFF"/>
                </a:highlight>
                <a:latin typeface="Cascadia Mono" panose="020B0609020000020004" pitchFamily="49" charset="0"/>
              </a:rPr>
              <a:t>// Good</a:t>
            </a:r>
          </a:p>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sum=</a:t>
            </a:r>
            <a:r>
              <a:rPr lang="en-US" sz="1800" err="1">
                <a:solidFill>
                  <a:srgbClr val="000000"/>
                </a:solidFill>
                <a:highlight>
                  <a:srgbClr val="FFFFFF"/>
                </a:highlight>
                <a:latin typeface="Cascadia Mono" panose="020B0609020000020004" pitchFamily="49" charset="0"/>
              </a:rPr>
              <a:t>a+b</a:t>
            </a:r>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Bad</a:t>
            </a:r>
            <a:endParaRPr lang="en-US" sz="1800">
              <a:solidFill>
                <a:srgbClr val="000000"/>
              </a:solidFill>
              <a:highlight>
                <a:srgbClr val="FFFFFF"/>
              </a:highlight>
              <a:latin typeface="Cascadia Mono" panose="020B0609020000020004" pitchFamily="49" charset="0"/>
            </a:endParaRPr>
          </a:p>
        </p:txBody>
      </p:sp>
    </p:spTree>
    <p:extLst>
      <p:ext uri="{BB962C8B-B14F-4D97-AF65-F5344CB8AC3E}">
        <p14:creationId xmlns:p14="http://schemas.microsoft.com/office/powerpoint/2010/main" val="37141132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Avoid Hard Coding</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If you have a specific value that might change at some point, then make it a variable or a constant.</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a:xfrm>
            <a:off x="6096000" y="2024780"/>
            <a:ext cx="5257801" cy="4137189"/>
          </a:xfrm>
        </p:spPr>
        <p:txBody>
          <a:bodyPr anchor="ctr">
            <a:normAutofit/>
          </a:bodyPr>
          <a:lstStyle/>
          <a:p>
            <a:r>
              <a:rPr lang="en-US" sz="1800">
                <a:solidFill>
                  <a:srgbClr val="0000FF"/>
                </a:solidFill>
                <a:highlight>
                  <a:srgbClr val="FFFFFF"/>
                </a:highlight>
                <a:latin typeface="Cascadia Mono" panose="020B0609020000020004" pitchFamily="49" charset="0"/>
              </a:rPr>
              <a:t>const</a:t>
            </a:r>
            <a:r>
              <a:rPr lang="en-US" sz="1800">
                <a:solidFill>
                  <a:srgbClr val="000000"/>
                </a:solidFill>
                <a:highlight>
                  <a:srgbClr val="FFFFFF"/>
                </a:highlight>
                <a:latin typeface="Cascadia Mono" panose="020B0609020000020004" pitchFamily="49" charset="0"/>
              </a:rPr>
              <a:t> </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MAX_STUDENTS = 30;</a:t>
            </a:r>
          </a:p>
          <a:p>
            <a:r>
              <a:rPr lang="nn-NO" sz="1800">
                <a:solidFill>
                  <a:srgbClr val="0000FF"/>
                </a:solidFill>
                <a:highlight>
                  <a:srgbClr val="FFFFFF"/>
                </a:highlight>
                <a:latin typeface="Cascadia Mono" panose="020B0609020000020004" pitchFamily="49" charset="0"/>
              </a:rPr>
              <a:t>for</a:t>
            </a:r>
            <a:r>
              <a:rPr lang="nn-NO" sz="1800">
                <a:solidFill>
                  <a:srgbClr val="000000"/>
                </a:solidFill>
                <a:highlight>
                  <a:srgbClr val="FFFFFF"/>
                </a:highlight>
                <a:latin typeface="Cascadia Mono" panose="020B0609020000020004" pitchFamily="49" charset="0"/>
              </a:rPr>
              <a:t> (</a:t>
            </a:r>
            <a:r>
              <a:rPr lang="nn-NO" sz="1800">
                <a:solidFill>
                  <a:srgbClr val="0000FF"/>
                </a:solidFill>
                <a:highlight>
                  <a:srgbClr val="FFFFFF"/>
                </a:highlight>
                <a:latin typeface="Cascadia Mono" panose="020B0609020000020004" pitchFamily="49" charset="0"/>
              </a:rPr>
              <a:t>int</a:t>
            </a:r>
            <a:r>
              <a:rPr lang="nn-NO" sz="1800">
                <a:solidFill>
                  <a:srgbClr val="000000"/>
                </a:solidFill>
                <a:highlight>
                  <a:srgbClr val="FFFFFF"/>
                </a:highlight>
                <a:latin typeface="Cascadia Mono" panose="020B0609020000020004" pitchFamily="49" charset="0"/>
              </a:rPr>
              <a:t> i = 0; i &lt; MAX_STUDENTS; ++i) {</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Code</a:t>
            </a:r>
          </a:p>
          <a:p>
            <a:r>
              <a:rPr lang="en-US" sz="18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9475846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4AD7-2146-B3FD-E1BD-B6701BECD7D4}"/>
              </a:ext>
            </a:extLst>
          </p:cNvPr>
          <p:cNvSpPr>
            <a:spLocks noGrp="1"/>
          </p:cNvSpPr>
          <p:nvPr>
            <p:ph type="title"/>
          </p:nvPr>
        </p:nvSpPr>
        <p:spPr/>
        <p:txBody>
          <a:bodyPr/>
          <a:lstStyle/>
          <a:p>
            <a:r>
              <a:rPr lang="en-US"/>
              <a:t>Syntax Guideline: </a:t>
            </a:r>
            <a:r>
              <a:rPr lang="en-US" b="1"/>
              <a:t>Chunk it out</a:t>
            </a:r>
          </a:p>
        </p:txBody>
      </p:sp>
      <p:sp>
        <p:nvSpPr>
          <p:cNvPr id="3" name="Content Placeholder 2">
            <a:extLst>
              <a:ext uri="{FF2B5EF4-FFF2-40B4-BE49-F238E27FC236}">
                <a16:creationId xmlns:a16="http://schemas.microsoft.com/office/drawing/2014/main" id="{6147A2F3-CA75-8D20-2769-E87EEF05F0E3}"/>
              </a:ext>
            </a:extLst>
          </p:cNvPr>
          <p:cNvSpPr>
            <a:spLocks noGrp="1"/>
          </p:cNvSpPr>
          <p:nvPr>
            <p:ph sz="quarter" idx="13"/>
          </p:nvPr>
        </p:nvSpPr>
        <p:spPr/>
        <p:txBody>
          <a:bodyPr anchor="ctr">
            <a:normAutofit/>
          </a:bodyPr>
          <a:lstStyle/>
          <a:p>
            <a:r>
              <a:rPr lang="en-US" sz="3200"/>
              <a:t>If you have a section of code that’s really long, consider breaking it into smaller functions that each do a single task.</a:t>
            </a:r>
          </a:p>
        </p:txBody>
      </p:sp>
      <p:sp>
        <p:nvSpPr>
          <p:cNvPr id="4" name="Content Placeholder 3">
            <a:extLst>
              <a:ext uri="{FF2B5EF4-FFF2-40B4-BE49-F238E27FC236}">
                <a16:creationId xmlns:a16="http://schemas.microsoft.com/office/drawing/2014/main" id="{8A80B9D9-BA7B-260B-8180-2168BE59AFD0}"/>
              </a:ext>
            </a:extLst>
          </p:cNvPr>
          <p:cNvSpPr>
            <a:spLocks noGrp="1"/>
          </p:cNvSpPr>
          <p:nvPr>
            <p:ph sz="quarter" idx="14"/>
          </p:nvPr>
        </p:nvSpPr>
        <p:spPr/>
        <p:txBody>
          <a:bodyPr anchor="ctr">
            <a:normAutofit fontScale="85000" lnSpcReduction="20000"/>
          </a:bodyPr>
          <a:lstStyle/>
          <a:p>
            <a:r>
              <a:rPr lang="en-US" sz="1800">
                <a:solidFill>
                  <a:srgbClr val="0000FF"/>
                </a:solidFill>
                <a:highlight>
                  <a:srgbClr val="FFFFFF"/>
                </a:highlight>
                <a:latin typeface="Cascadia Mono" panose="020B0609020000020004" pitchFamily="49" charset="0"/>
              </a:rPr>
              <a:t>void</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takeDamage</a:t>
            </a:r>
            <a:r>
              <a:rPr lang="en-US" sz="1800">
                <a:solidFill>
                  <a:srgbClr val="000000"/>
                </a:solidFill>
                <a:highlight>
                  <a:srgbClr val="FFFFFF"/>
                </a:highlight>
                <a:latin typeface="Cascadia Mono" panose="020B0609020000020004" pitchFamily="49" charset="0"/>
              </a:rPr>
              <a:t>(</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err="1">
                <a:solidFill>
                  <a:srgbClr val="808080"/>
                </a:solidFill>
                <a:highlight>
                  <a:srgbClr val="FFFFFF"/>
                </a:highlight>
                <a:latin typeface="Cascadia Mono" panose="020B0609020000020004" pitchFamily="49" charset="0"/>
              </a:rPr>
              <a:t>incomingDamage</a:t>
            </a:r>
            <a:r>
              <a:rPr lang="en-US" sz="1800">
                <a:solidFill>
                  <a:srgbClr val="000000"/>
                </a:solidFill>
                <a:highlight>
                  <a:srgbClr val="FFFFFF"/>
                </a:highlight>
                <a:latin typeface="Cascadia Mono" panose="020B0609020000020004" pitchFamily="49" charset="0"/>
              </a:rPr>
              <a:t>) {</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calculates how much damage player takes</a:t>
            </a:r>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updateHealth</a:t>
            </a:r>
            <a:r>
              <a:rPr lang="en-US" sz="1800">
                <a:solidFill>
                  <a:srgbClr val="000000"/>
                </a:solidFill>
                <a:highlight>
                  <a:srgbClr val="FFFFFF"/>
                </a:highlight>
                <a:latin typeface="Cascadia Mono" panose="020B0609020000020004" pitchFamily="49" charset="0"/>
              </a:rPr>
              <a:t>(-</a:t>
            </a:r>
            <a:r>
              <a:rPr lang="en-US" sz="1800" err="1">
                <a:solidFill>
                  <a:srgbClr val="000000"/>
                </a:solidFill>
                <a:highlight>
                  <a:srgbClr val="FFFFFF"/>
                </a:highlight>
                <a:latin typeface="Cascadia Mono" panose="020B0609020000020004" pitchFamily="49" charset="0"/>
              </a:rPr>
              <a:t>damageTaken</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subtractPoints</a:t>
            </a:r>
            <a:r>
              <a:rPr lang="en-US" sz="1800">
                <a:solidFill>
                  <a:srgbClr val="000000"/>
                </a:solidFill>
                <a:highlight>
                  <a:srgbClr val="FFFFFF"/>
                </a:highlight>
                <a:latin typeface="Cascadia Mono" panose="020B0609020000020004" pitchFamily="49" charset="0"/>
              </a:rPr>
              <a:t>(</a:t>
            </a:r>
            <a:r>
              <a:rPr lang="en-US" sz="1800" err="1">
                <a:solidFill>
                  <a:srgbClr val="000000"/>
                </a:solidFill>
                <a:highlight>
                  <a:srgbClr val="FFFFFF"/>
                </a:highlight>
                <a:latin typeface="Cascadia Mono" panose="020B0609020000020004" pitchFamily="49" charset="0"/>
              </a:rPr>
              <a:t>damageTaken</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subtractPoints</a:t>
            </a:r>
            <a:r>
              <a:rPr lang="en-US" sz="1800">
                <a:solidFill>
                  <a:srgbClr val="000000"/>
                </a:solidFill>
                <a:highlight>
                  <a:srgbClr val="FFFFFF"/>
                </a:highlight>
                <a:latin typeface="Cascadia Mono" panose="020B0609020000020004" pitchFamily="49" charset="0"/>
              </a:rPr>
              <a:t>(</a:t>
            </a:r>
            <a:r>
              <a:rPr lang="en-US" sz="1800">
                <a:solidFill>
                  <a:srgbClr val="0000FF"/>
                </a:solidFill>
                <a:highlight>
                  <a:srgbClr val="FFFFFF"/>
                </a:highlight>
                <a:latin typeface="Cascadia Mono" panose="020B0609020000020004" pitchFamily="49" charset="0"/>
              </a:rPr>
              <a:t>int</a:t>
            </a:r>
            <a:r>
              <a:rPr lang="en-US" sz="1800">
                <a:solidFill>
                  <a:srgbClr val="000000"/>
                </a:solidFill>
                <a:highlight>
                  <a:srgbClr val="FFFFFF"/>
                </a:highlight>
                <a:latin typeface="Cascadia Mono" panose="020B0609020000020004" pitchFamily="49" charset="0"/>
              </a:rPr>
              <a:t> </a:t>
            </a:r>
            <a:r>
              <a:rPr lang="en-US" sz="1800" err="1">
                <a:solidFill>
                  <a:srgbClr val="808080"/>
                </a:solidFill>
                <a:highlight>
                  <a:srgbClr val="FFFFFF"/>
                </a:highlight>
                <a:latin typeface="Cascadia Mono" panose="020B0609020000020004" pitchFamily="49" charset="0"/>
              </a:rPr>
              <a:t>damageTaken</a:t>
            </a:r>
            <a:r>
              <a:rPr lang="en-US" sz="1800">
                <a:solidFill>
                  <a:srgbClr val="000000"/>
                </a:solidFill>
                <a:highlight>
                  <a:srgbClr val="FFFFFF"/>
                </a:highlight>
                <a:latin typeface="Cascadia Mono" panose="020B0609020000020004" pitchFamily="49" charset="0"/>
              </a:rPr>
              <a:t>) {</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calculates the points that should be taken away</a:t>
            </a:r>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printScore</a:t>
            </a:r>
            <a:r>
              <a:rPr lang="en-US" sz="1800">
                <a:solidFill>
                  <a:srgbClr val="000000"/>
                </a:solidFill>
                <a:highlight>
                  <a:srgbClr val="FFFFFF"/>
                </a:highlight>
                <a:latin typeface="Cascadia Mono" panose="020B0609020000020004" pitchFamily="49" charset="0"/>
              </a:rPr>
              <a:t>();</a:t>
            </a:r>
          </a:p>
          <a:p>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a:solidFill>
                  <a:srgbClr val="0000FF"/>
                </a:solidFill>
                <a:highlight>
                  <a:srgbClr val="FFFFFF"/>
                </a:highlight>
                <a:latin typeface="Cascadia Mono" panose="020B0609020000020004" pitchFamily="49" charset="0"/>
              </a:rPr>
              <a:t>void</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printScore</a:t>
            </a:r>
            <a:r>
              <a:rPr lang="en-US" sz="1800">
                <a:solidFill>
                  <a:srgbClr val="000000"/>
                </a:solidFill>
                <a:highlight>
                  <a:srgbClr val="FFFFFF"/>
                </a:highlight>
                <a:latin typeface="Cascadia Mono" panose="020B0609020000020004" pitchFamily="49" charset="0"/>
              </a:rPr>
              <a:t>() {</a:t>
            </a:r>
          </a:p>
          <a:p>
            <a:r>
              <a:rPr lang="en-US" sz="1800">
                <a:solidFill>
                  <a:srgbClr val="000000"/>
                </a:solidFill>
                <a:highlight>
                  <a:srgbClr val="FFFFFF"/>
                </a:highlight>
                <a:latin typeface="Cascadia Mono" panose="020B0609020000020004" pitchFamily="49" charset="0"/>
              </a:rPr>
              <a:t>    </a:t>
            </a:r>
            <a:r>
              <a:rPr lang="en-US" sz="1800">
                <a:solidFill>
                  <a:srgbClr val="008000"/>
                </a:solidFill>
                <a:highlight>
                  <a:srgbClr val="FFFFFF"/>
                </a:highlight>
                <a:latin typeface="Cascadia Mono" panose="020B0609020000020004" pitchFamily="49" charset="0"/>
              </a:rPr>
              <a:t>// just handles printing the score</a:t>
            </a:r>
            <a:endParaRPr lang="en-US" sz="1800">
              <a:solidFill>
                <a:srgbClr val="000000"/>
              </a:solidFill>
              <a:highlight>
                <a:srgbClr val="FFFFFF"/>
              </a:highlight>
              <a:latin typeface="Cascadia Mono" panose="020B0609020000020004" pitchFamily="49" charset="0"/>
            </a:endParaRPr>
          </a:p>
          <a:p>
            <a:r>
              <a:rPr lang="en-US" sz="180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8238223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Let’s Fix this Code</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9" y="2024781"/>
            <a:ext cx="10903528" cy="4137189"/>
          </a:xfrm>
        </p:spPr>
        <p:txBody>
          <a:bodyPr>
            <a:normAutofit/>
          </a:bodyPr>
          <a:lstStyle/>
          <a:p>
            <a:r>
              <a:rPr lang="en-US" sz="3200">
                <a:solidFill>
                  <a:srgbClr val="2B91AF"/>
                </a:solidFill>
                <a:highlight>
                  <a:srgbClr val="FFFFFF"/>
                </a:highlight>
                <a:latin typeface="Cascadia Mono" panose="020B0609020000020004" pitchFamily="49" charset="0"/>
              </a:rPr>
              <a:t>string</a:t>
            </a:r>
            <a:r>
              <a:rPr lang="en-US" sz="3200">
                <a:solidFill>
                  <a:srgbClr val="000000"/>
                </a:solidFill>
                <a:highlight>
                  <a:srgbClr val="FFFFFF"/>
                </a:highlight>
                <a:latin typeface="Cascadia Mono" panose="020B0609020000020004" pitchFamily="49" charset="0"/>
              </a:rPr>
              <a:t> date of birth = </a:t>
            </a:r>
            <a:r>
              <a:rPr lang="en-US" sz="3200">
                <a:solidFill>
                  <a:srgbClr val="A31515"/>
                </a:solidFill>
                <a:highlight>
                  <a:srgbClr val="FFFFFF"/>
                </a:highlight>
                <a:latin typeface="Cascadia Mono" panose="020B0609020000020004" pitchFamily="49" charset="0"/>
              </a:rPr>
              <a:t>"May 5th, 2021"</a:t>
            </a:r>
            <a:endParaRPr lang="en-US" sz="3200">
              <a:solidFill>
                <a:srgbClr val="000000"/>
              </a:solidFill>
              <a:highlight>
                <a:srgbClr val="FFFFFF"/>
              </a:highlight>
              <a:latin typeface="Cascadia Mono" panose="020B0609020000020004" pitchFamily="49" charset="0"/>
            </a:endParaRPr>
          </a:p>
          <a:p>
            <a:r>
              <a:rPr lang="en-US" sz="3200">
                <a:solidFill>
                  <a:srgbClr val="2B91AF"/>
                </a:solidFill>
                <a:highlight>
                  <a:srgbClr val="FFFFFF"/>
                </a:highlight>
                <a:latin typeface="Cascadia Mono" panose="020B0609020000020004" pitchFamily="49" charset="0"/>
              </a:rPr>
              <a:t>string</a:t>
            </a:r>
            <a:r>
              <a:rPr lang="en-US" sz="3200">
                <a:solidFill>
                  <a:srgbClr val="000000"/>
                </a:solidFill>
                <a:highlight>
                  <a:srgbClr val="FFFFFF"/>
                </a:highlight>
                <a:latin typeface="Cascadia Mono" panose="020B0609020000020004" pitchFamily="49" charset="0"/>
              </a:rPr>
              <a:t> name = </a:t>
            </a:r>
            <a:r>
              <a:rPr lang="en-US" sz="3200">
                <a:solidFill>
                  <a:srgbClr val="A31515"/>
                </a:solidFill>
                <a:highlight>
                  <a:srgbClr val="FFFFFF"/>
                </a:highlight>
                <a:latin typeface="Cascadia Mono" panose="020B0609020000020004" pitchFamily="49" charset="0"/>
              </a:rPr>
              <a:t>Mooney</a:t>
            </a:r>
            <a:endParaRPr lang="en-US" sz="3200">
              <a:solidFill>
                <a:srgbClr val="000000"/>
              </a:solidFill>
              <a:highlight>
                <a:srgbClr val="FFFFFF"/>
              </a:highlight>
              <a:latin typeface="Cascadia Mono" panose="020B0609020000020004" pitchFamily="49" charset="0"/>
            </a:endParaRPr>
          </a:p>
          <a:p>
            <a:r>
              <a:rPr lang="en-US" sz="3200">
                <a:solidFill>
                  <a:srgbClr val="2B91AF"/>
                </a:solidFill>
                <a:highlight>
                  <a:srgbClr val="FFFFFF"/>
                </a:highlight>
                <a:latin typeface="Cascadia Mono" panose="020B0609020000020004" pitchFamily="49" charset="0"/>
              </a:rPr>
              <a:t>string</a:t>
            </a:r>
            <a:r>
              <a:rPr lang="en-US" sz="3200">
                <a:solidFill>
                  <a:srgbClr val="000000"/>
                </a:solidFill>
                <a:highlight>
                  <a:srgbClr val="FFFFFF"/>
                </a:highlight>
                <a:latin typeface="Cascadia Mono" panose="020B0609020000020004" pitchFamily="49" charset="0"/>
              </a:rPr>
              <a:t> banana = </a:t>
            </a:r>
            <a:r>
              <a:rPr lang="en-US" sz="3200">
                <a:solidFill>
                  <a:srgbClr val="A31515"/>
                </a:solidFill>
                <a:highlight>
                  <a:srgbClr val="FFFFFF"/>
                </a:highlight>
                <a:latin typeface="Cascadia Mono" panose="020B0609020000020004" pitchFamily="49" charset="0"/>
              </a:rPr>
              <a:t>"Dog"</a:t>
            </a:r>
            <a:endParaRPr lang="en-US" sz="3200">
              <a:solidFill>
                <a:srgbClr val="000000"/>
              </a:solidFill>
              <a:highlight>
                <a:srgbClr val="FFFFFF"/>
              </a:highlight>
              <a:latin typeface="Cascadia Mono" panose="020B0609020000020004" pitchFamily="49" charset="0"/>
            </a:endParaRPr>
          </a:p>
          <a:p>
            <a:endParaRPr lang="en-US" sz="3200">
              <a:solidFill>
                <a:srgbClr val="000000"/>
              </a:solidFill>
              <a:highlight>
                <a:srgbClr val="FFFFFF"/>
              </a:highlight>
              <a:latin typeface="Cascadia Mono" panose="020B0609020000020004" pitchFamily="49" charset="0"/>
            </a:endParaRPr>
          </a:p>
          <a:p>
            <a:r>
              <a:rPr lang="en-US" sz="3200" err="1">
                <a:solidFill>
                  <a:srgbClr val="000000"/>
                </a:solidFill>
                <a:highlight>
                  <a:srgbClr val="FFFFFF"/>
                </a:highlight>
                <a:latin typeface="Cascadia Mono" panose="020B0609020000020004" pitchFamily="49" charset="0"/>
              </a:rPr>
              <a:t>cout</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&gt;&gt;</a:t>
            </a:r>
            <a:r>
              <a:rPr lang="en-US" sz="3200">
                <a:solidFill>
                  <a:srgbClr val="000000"/>
                </a:solidFill>
                <a:highlight>
                  <a:srgbClr val="FFFFFF"/>
                </a:highlight>
                <a:latin typeface="Cascadia Mono" panose="020B0609020000020004" pitchFamily="49" charset="0"/>
              </a:rPr>
              <a:t> Name </a:t>
            </a:r>
            <a:r>
              <a:rPr lang="en-US" sz="3200">
                <a:solidFill>
                  <a:srgbClr val="008080"/>
                </a:solidFill>
                <a:highlight>
                  <a:srgbClr val="FFFFFF"/>
                </a:highlight>
                <a:latin typeface="Cascadia Mono" panose="020B0609020000020004" pitchFamily="49" charset="0"/>
              </a:rPr>
              <a:t>&gt;&gt;</a:t>
            </a:r>
            <a:r>
              <a:rPr lang="en-US" sz="3200">
                <a:solidFill>
                  <a:srgbClr val="000000"/>
                </a:solidFill>
                <a:highlight>
                  <a:srgbClr val="FFFFFF"/>
                </a:highlight>
                <a:latin typeface="Cascadia Mono" panose="020B0609020000020004" pitchFamily="49" charset="0"/>
              </a:rPr>
              <a:t> </a:t>
            </a:r>
            <a:r>
              <a:rPr lang="en-US" sz="3200">
                <a:solidFill>
                  <a:srgbClr val="A31515"/>
                </a:solidFill>
                <a:highlight>
                  <a:srgbClr val="FFFFFF"/>
                </a:highlight>
                <a:latin typeface="Cascadia Mono" panose="020B0609020000020004" pitchFamily="49" charset="0"/>
              </a:rPr>
              <a:t>" was born on "</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a:t>
            </a:r>
            <a:r>
              <a:rPr lang="en-US" sz="3200" err="1">
                <a:solidFill>
                  <a:srgbClr val="000000"/>
                </a:solidFill>
                <a:highlight>
                  <a:srgbClr val="FFFFFF"/>
                </a:highlight>
                <a:latin typeface="Cascadia Mono" panose="020B0609020000020004" pitchFamily="49" charset="0"/>
              </a:rPr>
              <a:t>dateOfBirth</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a:t>
            </a:r>
            <a:r>
              <a:rPr lang="en-US" sz="3200">
                <a:solidFill>
                  <a:srgbClr val="A31515"/>
                </a:solidFill>
                <a:highlight>
                  <a:srgbClr val="FFFFFF"/>
                </a:highlight>
                <a:latin typeface="Cascadia Mono" panose="020B0609020000020004" pitchFamily="49" charset="0"/>
              </a:rPr>
              <a:t>" and is a "</a:t>
            </a:r>
            <a:r>
              <a:rPr lang="en-US" sz="3200">
                <a:solidFill>
                  <a:srgbClr val="000000"/>
                </a:solidFill>
                <a:highlight>
                  <a:srgbClr val="FFFFFF"/>
                </a:highlight>
                <a:latin typeface="Cascadia Mono" panose="020B0609020000020004" pitchFamily="49" charset="0"/>
              </a:rPr>
              <a:t>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banana </a:t>
            </a:r>
            <a:r>
              <a:rPr lang="en-US" sz="3200">
                <a:solidFill>
                  <a:srgbClr val="008080"/>
                </a:solidFill>
                <a:highlight>
                  <a:srgbClr val="FFFFFF"/>
                </a:highlight>
                <a:latin typeface="Cascadia Mono" panose="020B0609020000020004" pitchFamily="49" charset="0"/>
              </a:rPr>
              <a:t>&lt;&lt;</a:t>
            </a:r>
            <a:r>
              <a:rPr lang="en-US" sz="3200">
                <a:solidFill>
                  <a:srgbClr val="000000"/>
                </a:solidFill>
                <a:highlight>
                  <a:srgbClr val="FFFFFF"/>
                </a:highlight>
                <a:latin typeface="Cascadia Mono" panose="020B0609020000020004" pitchFamily="49" charset="0"/>
              </a:rPr>
              <a:t> </a:t>
            </a:r>
            <a:r>
              <a:rPr lang="en-US" sz="3200" err="1">
                <a:solidFill>
                  <a:srgbClr val="000000"/>
                </a:solidFill>
                <a:highlight>
                  <a:srgbClr val="FFFFFF"/>
                </a:highlight>
                <a:latin typeface="Cascadia Mono" panose="020B0609020000020004" pitchFamily="49" charset="0"/>
              </a:rPr>
              <a:t>endl</a:t>
            </a:r>
            <a:endParaRPr lang="en-US" sz="4800">
              <a:latin typeface="Cascadia Code" panose="020B0609020000020004" pitchFamily="49" charset="0"/>
              <a:ea typeface="Consolas"/>
              <a:cs typeface="Cascadia Code" panose="020B0609020000020004" pitchFamily="49" charset="0"/>
              <a:sym typeface="Consolas"/>
            </a:endParaRPr>
          </a:p>
        </p:txBody>
      </p:sp>
    </p:spTree>
    <p:extLst>
      <p:ext uri="{BB962C8B-B14F-4D97-AF65-F5344CB8AC3E}">
        <p14:creationId xmlns:p14="http://schemas.microsoft.com/office/powerpoint/2010/main" val="28816525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C884-A761-74A0-70A8-480311F40EE7}"/>
              </a:ext>
            </a:extLst>
          </p:cNvPr>
          <p:cNvSpPr>
            <a:spLocks noGrp="1"/>
          </p:cNvSpPr>
          <p:nvPr>
            <p:ph type="title"/>
          </p:nvPr>
        </p:nvSpPr>
        <p:spPr/>
        <p:txBody>
          <a:bodyPr/>
          <a:lstStyle/>
          <a:p>
            <a:r>
              <a:rPr lang="en-US"/>
              <a:t>Let’s Fix this Code</a:t>
            </a:r>
          </a:p>
        </p:txBody>
      </p:sp>
      <p:sp>
        <p:nvSpPr>
          <p:cNvPr id="3" name="Content Placeholder 2">
            <a:extLst>
              <a:ext uri="{FF2B5EF4-FFF2-40B4-BE49-F238E27FC236}">
                <a16:creationId xmlns:a16="http://schemas.microsoft.com/office/drawing/2014/main" id="{78830B14-B1D8-7AD0-A185-F199DDF15BD1}"/>
              </a:ext>
            </a:extLst>
          </p:cNvPr>
          <p:cNvSpPr>
            <a:spLocks noGrp="1"/>
          </p:cNvSpPr>
          <p:nvPr>
            <p:ph sz="quarter" idx="13"/>
          </p:nvPr>
        </p:nvSpPr>
        <p:spPr>
          <a:xfrm>
            <a:off x="838199" y="2024781"/>
            <a:ext cx="10903528" cy="4137189"/>
          </a:xfrm>
        </p:spPr>
        <p:txBody>
          <a:bodyPr>
            <a:normAutofit/>
          </a:bodyPr>
          <a:lstStyle/>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dateOfBirth</a:t>
            </a:r>
            <a:r>
              <a:rPr lang="en-US" sz="1800">
                <a:solidFill>
                  <a:srgbClr val="000000"/>
                </a:solidFill>
                <a:highlight>
                  <a:srgbClr val="FFFFFF"/>
                </a:highlight>
                <a:latin typeface="Cascadia Mono" panose="020B0609020000020004" pitchFamily="49" charset="0"/>
              </a:rPr>
              <a:t> = </a:t>
            </a:r>
            <a:r>
              <a:rPr lang="en-US" sz="1800">
                <a:solidFill>
                  <a:srgbClr val="A31515"/>
                </a:solidFill>
                <a:highlight>
                  <a:srgbClr val="FFFFFF"/>
                </a:highlight>
                <a:latin typeface="Cascadia Mono" panose="020B0609020000020004" pitchFamily="49" charset="0"/>
              </a:rPr>
              <a:t>"May 5th, 2021"</a:t>
            </a:r>
            <a:r>
              <a:rPr lang="en-US" sz="1800">
                <a:solidFill>
                  <a:srgbClr val="000000"/>
                </a:solidFill>
                <a:highlight>
                  <a:srgbClr val="FFFFFF"/>
                </a:highlight>
                <a:latin typeface="Cascadia Mono" panose="020B0609020000020004" pitchFamily="49" charset="0"/>
              </a:rPr>
              <a:t>;</a:t>
            </a:r>
          </a:p>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name = </a:t>
            </a:r>
            <a:r>
              <a:rPr lang="en-US" sz="1800">
                <a:solidFill>
                  <a:srgbClr val="A31515"/>
                </a:solidFill>
                <a:highlight>
                  <a:srgbClr val="FFFFFF"/>
                </a:highlight>
                <a:latin typeface="Cascadia Mono" panose="020B0609020000020004" pitchFamily="49" charset="0"/>
              </a:rPr>
              <a:t>"Mooney"</a:t>
            </a:r>
            <a:r>
              <a:rPr lang="en-US" sz="1800">
                <a:solidFill>
                  <a:srgbClr val="000000"/>
                </a:solidFill>
                <a:highlight>
                  <a:srgbClr val="FFFFFF"/>
                </a:highlight>
                <a:latin typeface="Cascadia Mono" panose="020B0609020000020004" pitchFamily="49" charset="0"/>
              </a:rPr>
              <a:t>;</a:t>
            </a:r>
          </a:p>
          <a:p>
            <a:r>
              <a:rPr lang="en-US" sz="1800">
                <a:solidFill>
                  <a:srgbClr val="2B91AF"/>
                </a:solidFill>
                <a:highlight>
                  <a:srgbClr val="FFFFFF"/>
                </a:highlight>
                <a:latin typeface="Cascadia Mono" panose="020B0609020000020004" pitchFamily="49" charset="0"/>
              </a:rPr>
              <a:t>string</a:t>
            </a:r>
            <a:r>
              <a:rPr lang="en-US" sz="1800">
                <a:solidFill>
                  <a:srgbClr val="000000"/>
                </a:solidFill>
                <a:highlight>
                  <a:srgbClr val="FFFFFF"/>
                </a:highlight>
                <a:latin typeface="Cascadia Mono" panose="020B0609020000020004" pitchFamily="49" charset="0"/>
              </a:rPr>
              <a:t> animal = </a:t>
            </a:r>
            <a:r>
              <a:rPr lang="en-US" sz="1800">
                <a:solidFill>
                  <a:srgbClr val="A31515"/>
                </a:solidFill>
                <a:highlight>
                  <a:srgbClr val="FFFFFF"/>
                </a:highlight>
                <a:latin typeface="Cascadia Mono" panose="020B0609020000020004" pitchFamily="49" charset="0"/>
              </a:rPr>
              <a:t>"Dog"</a:t>
            </a:r>
            <a:r>
              <a:rPr lang="en-US" sz="1800">
                <a:solidFill>
                  <a:srgbClr val="000000"/>
                </a:solidFill>
                <a:highlight>
                  <a:srgbClr val="FFFFFF"/>
                </a:highlight>
                <a:latin typeface="Cascadia Mono" panose="020B0609020000020004" pitchFamily="49" charset="0"/>
              </a:rPr>
              <a:t>;</a:t>
            </a:r>
          </a:p>
          <a:p>
            <a:endParaRPr lang="en-US" sz="1800">
              <a:solidFill>
                <a:srgbClr val="000000"/>
              </a:solidFill>
              <a:highlight>
                <a:srgbClr val="FFFFFF"/>
              </a:highlight>
              <a:latin typeface="Cascadia Mono" panose="020B0609020000020004" pitchFamily="49" charset="0"/>
            </a:endParaRPr>
          </a:p>
          <a:p>
            <a:r>
              <a:rPr lang="en-US" sz="1800" err="1">
                <a:solidFill>
                  <a:srgbClr val="000000"/>
                </a:solidFill>
                <a:highlight>
                  <a:srgbClr val="FFFFFF"/>
                </a:highlight>
                <a:latin typeface="Cascadia Mono" panose="020B0609020000020004" pitchFamily="49" charset="0"/>
              </a:rPr>
              <a:t>cout</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name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 was born on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dateOfBirth</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a:solidFill>
                  <a:srgbClr val="A31515"/>
                </a:solidFill>
                <a:highlight>
                  <a:srgbClr val="FFFFFF"/>
                </a:highlight>
                <a:latin typeface="Cascadia Mono" panose="020B0609020000020004" pitchFamily="49" charset="0"/>
              </a:rPr>
              <a:t>" and is a "</a:t>
            </a:r>
            <a:r>
              <a:rPr lang="en-US" sz="1800">
                <a:solidFill>
                  <a:srgbClr val="000000"/>
                </a:solidFill>
                <a:highlight>
                  <a:srgbClr val="FFFFFF"/>
                </a:highlight>
                <a:latin typeface="Cascadia Mono" panose="020B0609020000020004" pitchFamily="49" charset="0"/>
              </a:rPr>
              <a:t>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animal </a:t>
            </a:r>
            <a:r>
              <a:rPr lang="en-US" sz="1800">
                <a:solidFill>
                  <a:srgbClr val="008080"/>
                </a:solidFill>
                <a:highlight>
                  <a:srgbClr val="FFFFFF"/>
                </a:highlight>
                <a:latin typeface="Cascadia Mono" panose="020B0609020000020004" pitchFamily="49" charset="0"/>
              </a:rPr>
              <a:t>&lt;&lt;</a:t>
            </a:r>
            <a:r>
              <a:rPr lang="en-US" sz="1800">
                <a:solidFill>
                  <a:srgbClr val="000000"/>
                </a:solidFill>
                <a:highlight>
                  <a:srgbClr val="FFFFFF"/>
                </a:highlight>
                <a:latin typeface="Cascadia Mono" panose="020B0609020000020004" pitchFamily="49" charset="0"/>
              </a:rPr>
              <a:t> </a:t>
            </a:r>
            <a:r>
              <a:rPr lang="en-US" sz="1800" err="1">
                <a:solidFill>
                  <a:srgbClr val="000000"/>
                </a:solidFill>
                <a:highlight>
                  <a:srgbClr val="FFFFFF"/>
                </a:highlight>
                <a:latin typeface="Cascadia Mono" panose="020B0609020000020004" pitchFamily="49" charset="0"/>
              </a:rPr>
              <a:t>endl</a:t>
            </a:r>
            <a:r>
              <a:rPr lang="en-US" sz="1800">
                <a:solidFill>
                  <a:srgbClr val="000000"/>
                </a:solidFill>
                <a:highlight>
                  <a:srgbClr val="FFFFFF"/>
                </a:highlight>
                <a:latin typeface="Cascadia Mono" panose="020B0609020000020004" pitchFamily="49" charset="0"/>
              </a:rPr>
              <a:t>;</a:t>
            </a:r>
            <a:endParaRPr lang="en-US" sz="3200">
              <a:latin typeface="Cascadia Code" panose="020B0609020000020004" pitchFamily="49" charset="0"/>
              <a:ea typeface="Consolas"/>
              <a:cs typeface="Cascadia Code" panose="020B0609020000020004" pitchFamily="49" charset="0"/>
              <a:sym typeface="Consolas"/>
            </a:endParaRPr>
          </a:p>
        </p:txBody>
      </p:sp>
    </p:spTree>
    <p:extLst>
      <p:ext uri="{BB962C8B-B14F-4D97-AF65-F5344CB8AC3E}">
        <p14:creationId xmlns:p14="http://schemas.microsoft.com/office/powerpoint/2010/main" val="36247820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E0A75-6BAD-4A73-8F05-C395D4DCC6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04B690-85F3-5317-44EA-C02CFD41CED9}"/>
              </a:ext>
            </a:extLst>
          </p:cNvPr>
          <p:cNvSpPr>
            <a:spLocks noGrp="1"/>
          </p:cNvSpPr>
          <p:nvPr>
            <p:ph type="ctrTitle"/>
          </p:nvPr>
        </p:nvSpPr>
        <p:spPr/>
        <p:txBody>
          <a:bodyPr/>
          <a:lstStyle/>
          <a:p>
            <a:r>
              <a:rPr lang="en-US" dirty="0"/>
              <a:t>Header and Source Files</a:t>
            </a:r>
          </a:p>
        </p:txBody>
      </p:sp>
    </p:spTree>
    <p:extLst>
      <p:ext uri="{BB962C8B-B14F-4D97-AF65-F5344CB8AC3E}">
        <p14:creationId xmlns:p14="http://schemas.microsoft.com/office/powerpoint/2010/main" val="8625315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6AFC2-9A96-2079-F614-470282022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9FD3F-934D-4362-1B6D-77B274448292}"/>
              </a:ext>
            </a:extLst>
          </p:cNvPr>
          <p:cNvSpPr>
            <a:spLocks noGrp="1"/>
          </p:cNvSpPr>
          <p:nvPr>
            <p:ph type="title"/>
          </p:nvPr>
        </p:nvSpPr>
        <p:spPr>
          <a:xfrm>
            <a:off x="838200" y="365760"/>
            <a:ext cx="10344912" cy="1325880"/>
          </a:xfrm>
        </p:spPr>
        <p:txBody>
          <a:bodyPr>
            <a:normAutofit/>
          </a:bodyPr>
          <a:lstStyle/>
          <a:p>
            <a:r>
              <a:rPr lang="en-US" dirty="0"/>
              <a:t>Two Parts of a C++ Class: </a:t>
            </a:r>
            <a:br>
              <a:rPr lang="en-US" dirty="0"/>
            </a:br>
            <a:r>
              <a:rPr lang="en-US" dirty="0"/>
              <a:t>Header &amp; Source Files</a:t>
            </a:r>
          </a:p>
        </p:txBody>
      </p:sp>
      <p:sp>
        <p:nvSpPr>
          <p:cNvPr id="3" name="Content Placeholder 2">
            <a:extLst>
              <a:ext uri="{FF2B5EF4-FFF2-40B4-BE49-F238E27FC236}">
                <a16:creationId xmlns:a16="http://schemas.microsoft.com/office/drawing/2014/main" id="{1BCECD96-720A-8C15-1CF5-503964D193BC}"/>
              </a:ext>
            </a:extLst>
          </p:cNvPr>
          <p:cNvSpPr>
            <a:spLocks noGrp="1"/>
          </p:cNvSpPr>
          <p:nvPr>
            <p:ph sz="quarter" idx="13"/>
          </p:nvPr>
        </p:nvSpPr>
        <p:spPr>
          <a:xfrm>
            <a:off x="374905" y="2024781"/>
            <a:ext cx="11228831" cy="4137189"/>
          </a:xfrm>
        </p:spPr>
        <p:txBody>
          <a:bodyPr>
            <a:normAutofit/>
          </a:bodyPr>
          <a:lstStyle/>
          <a:p>
            <a:r>
              <a:rPr lang="en-US" sz="2800" dirty="0"/>
              <a:t>In C++, code for a class is split into </a:t>
            </a:r>
            <a:r>
              <a:rPr lang="en-US" sz="2800" b="1" dirty="0"/>
              <a:t>two files</a:t>
            </a:r>
            <a:r>
              <a:rPr lang="en-US" sz="2800" dirty="0"/>
              <a:t>:</a:t>
            </a:r>
          </a:p>
          <a:p>
            <a:r>
              <a:rPr lang="en-US" sz="2800" b="1" dirty="0"/>
              <a:t>Header (.h)</a:t>
            </a:r>
            <a:r>
              <a:rPr lang="en-US" sz="2800" dirty="0"/>
              <a:t> – The </a:t>
            </a:r>
            <a:r>
              <a:rPr lang="en-US" sz="2800" i="1" dirty="0"/>
              <a:t>blueprint</a:t>
            </a:r>
            <a:r>
              <a:rPr lang="en-US" sz="2800" dirty="0"/>
              <a:t> or </a:t>
            </a:r>
            <a:r>
              <a:rPr lang="en-US" sz="2800" i="1" dirty="0"/>
              <a:t>declaration</a:t>
            </a:r>
            <a:endParaRPr lang="en-US" sz="2800" dirty="0"/>
          </a:p>
          <a:p>
            <a:r>
              <a:rPr lang="en-US" sz="2800" b="1" dirty="0"/>
              <a:t>Source (.</a:t>
            </a:r>
            <a:r>
              <a:rPr lang="en-US" sz="2800" b="1" dirty="0" err="1"/>
              <a:t>cpp</a:t>
            </a:r>
            <a:r>
              <a:rPr lang="en-US" sz="2800" b="1" dirty="0"/>
              <a:t>)</a:t>
            </a:r>
            <a:r>
              <a:rPr lang="en-US" sz="2800" dirty="0"/>
              <a:t> – The </a:t>
            </a:r>
            <a:r>
              <a:rPr lang="en-US" sz="2800" i="1" dirty="0"/>
              <a:t>instructions</a:t>
            </a:r>
            <a:r>
              <a:rPr lang="en-US" sz="2800" dirty="0"/>
              <a:t> or </a:t>
            </a:r>
            <a:r>
              <a:rPr lang="en-US" sz="2800" i="1" dirty="0"/>
              <a:t>implementation</a:t>
            </a:r>
            <a:endParaRPr lang="en-US" sz="2800" dirty="0"/>
          </a:p>
          <a:p>
            <a:r>
              <a:rPr lang="en-US" sz="2800" dirty="0"/>
              <a:t>Unreal Engine automatically creates both when you add a new C++ class.</a:t>
            </a:r>
          </a:p>
          <a:p>
            <a:r>
              <a:rPr lang="en-US" sz="2800" dirty="0"/>
              <a:t>This separation helps the compiler and other files know what a class </a:t>
            </a:r>
            <a:r>
              <a:rPr lang="en-US" sz="2800" i="1" dirty="0"/>
              <a:t>can do</a:t>
            </a:r>
            <a:r>
              <a:rPr lang="en-US" sz="2800" dirty="0"/>
              <a:t> before knowing </a:t>
            </a:r>
            <a:r>
              <a:rPr lang="en-US" sz="2800" i="1" dirty="0"/>
              <a:t>how</a:t>
            </a:r>
            <a:r>
              <a:rPr lang="en-US" sz="2800" dirty="0"/>
              <a:t> it does it.</a:t>
            </a:r>
          </a:p>
        </p:txBody>
      </p:sp>
    </p:spTree>
    <p:extLst>
      <p:ext uri="{BB962C8B-B14F-4D97-AF65-F5344CB8AC3E}">
        <p14:creationId xmlns:p14="http://schemas.microsoft.com/office/powerpoint/2010/main" val="31585083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32531-740A-2BCF-9557-E1949E75FD00}"/>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D2700249-5A76-B9CE-3392-8779C4ADFECE}"/>
              </a:ext>
            </a:extLst>
          </p:cNvPr>
          <p:cNvSpPr/>
          <p:nvPr/>
        </p:nvSpPr>
        <p:spPr>
          <a:xfrm>
            <a:off x="219456" y="1737360"/>
            <a:ext cx="7516368" cy="4288536"/>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BFA4C-AF6E-7742-D6B6-7B91DEAC11FC}"/>
              </a:ext>
            </a:extLst>
          </p:cNvPr>
          <p:cNvSpPr>
            <a:spLocks noGrp="1"/>
          </p:cNvSpPr>
          <p:nvPr>
            <p:ph type="title"/>
          </p:nvPr>
        </p:nvSpPr>
        <p:spPr>
          <a:xfrm>
            <a:off x="838200" y="365760"/>
            <a:ext cx="10344912" cy="1325880"/>
          </a:xfrm>
        </p:spPr>
        <p:txBody>
          <a:bodyPr>
            <a:normAutofit/>
          </a:bodyPr>
          <a:lstStyle/>
          <a:p>
            <a:r>
              <a:rPr lang="en-US" dirty="0"/>
              <a:t>Two Parts of a C++ Class: </a:t>
            </a:r>
            <a:br>
              <a:rPr lang="en-US" dirty="0"/>
            </a:br>
            <a:r>
              <a:rPr lang="en-US" dirty="0"/>
              <a:t>Header &amp; Source Files</a:t>
            </a:r>
          </a:p>
        </p:txBody>
      </p:sp>
      <p:sp>
        <p:nvSpPr>
          <p:cNvPr id="5" name="Rounded Rectangle 4">
            <a:extLst>
              <a:ext uri="{FF2B5EF4-FFF2-40B4-BE49-F238E27FC236}">
                <a16:creationId xmlns:a16="http://schemas.microsoft.com/office/drawing/2014/main" id="{637A998A-DBB3-2C81-EBD8-D5D482777710}"/>
              </a:ext>
            </a:extLst>
          </p:cNvPr>
          <p:cNvSpPr/>
          <p:nvPr/>
        </p:nvSpPr>
        <p:spPr>
          <a:xfrm>
            <a:off x="1819656" y="2564892"/>
            <a:ext cx="5596128" cy="10607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Header (.h)</a:t>
            </a:r>
          </a:p>
          <a:p>
            <a:pPr algn="ctr"/>
            <a:endParaRPr lang="en-US" dirty="0"/>
          </a:p>
          <a:p>
            <a:pPr algn="ctr"/>
            <a:r>
              <a:rPr lang="en-US" dirty="0"/>
              <a:t>Declares what Exists</a:t>
            </a:r>
          </a:p>
        </p:txBody>
      </p:sp>
      <p:sp>
        <p:nvSpPr>
          <p:cNvPr id="6" name="Rounded Rectangle 5">
            <a:extLst>
              <a:ext uri="{FF2B5EF4-FFF2-40B4-BE49-F238E27FC236}">
                <a16:creationId xmlns:a16="http://schemas.microsoft.com/office/drawing/2014/main" id="{7ADEBDA4-50A0-B544-B1B2-C82AE43B4D5C}"/>
              </a:ext>
            </a:extLst>
          </p:cNvPr>
          <p:cNvSpPr/>
          <p:nvPr/>
        </p:nvSpPr>
        <p:spPr>
          <a:xfrm>
            <a:off x="1819656" y="3625596"/>
            <a:ext cx="5596128" cy="209397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Source (.</a:t>
            </a:r>
            <a:r>
              <a:rPr lang="en-US" dirty="0" err="1"/>
              <a:t>cpp</a:t>
            </a:r>
            <a:r>
              <a:rPr lang="en-US" dirty="0"/>
              <a:t>)</a:t>
            </a:r>
          </a:p>
          <a:p>
            <a:pPr algn="ctr"/>
            <a:endParaRPr lang="en-US" dirty="0"/>
          </a:p>
          <a:p>
            <a:pPr algn="ctr"/>
            <a:r>
              <a:rPr lang="en-US" dirty="0"/>
              <a:t>Defines how it works</a:t>
            </a:r>
          </a:p>
        </p:txBody>
      </p:sp>
      <p:sp>
        <p:nvSpPr>
          <p:cNvPr id="8" name="Right Arrow 7">
            <a:extLst>
              <a:ext uri="{FF2B5EF4-FFF2-40B4-BE49-F238E27FC236}">
                <a16:creationId xmlns:a16="http://schemas.microsoft.com/office/drawing/2014/main" id="{32F08C3D-4D3D-631D-5699-FFE402D2D578}"/>
              </a:ext>
            </a:extLst>
          </p:cNvPr>
          <p:cNvSpPr/>
          <p:nvPr/>
        </p:nvSpPr>
        <p:spPr>
          <a:xfrm>
            <a:off x="7845552" y="3429000"/>
            <a:ext cx="1627632" cy="6675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9512AE1D-EF22-B911-9BD6-4BDF958A8276}"/>
              </a:ext>
            </a:extLst>
          </p:cNvPr>
          <p:cNvSpPr txBox="1">
            <a:spLocks/>
          </p:cNvSpPr>
          <p:nvPr/>
        </p:nvSpPr>
        <p:spPr>
          <a:xfrm>
            <a:off x="5633466" y="2730684"/>
            <a:ext cx="1897380" cy="783336"/>
          </a:xfrm>
          <a:prstGeom prst="rect">
            <a:avLst/>
          </a:prstGeom>
        </p:spPr>
        <p:txBody>
          <a:bodyPr vert="horz" lIns="91440" tIns="45720" rIns="91440" bIns="45720" rtlCol="0" anchor="ctr" anchorCtr="0">
            <a:normAutofit fontScale="62500" lnSpcReduction="20000"/>
          </a:bodyPr>
          <a:lstStyle>
            <a:lvl1pPr algn="ctr" defTabSz="914400" rtl="0" eaLnBrk="1" latinLnBrk="0" hangingPunct="1">
              <a:lnSpc>
                <a:spcPct val="90000"/>
              </a:lnSpc>
              <a:spcBef>
                <a:spcPct val="0"/>
              </a:spcBef>
              <a:buNone/>
              <a:defRPr sz="3200" kern="1200" cap="all" spc="300" baseline="0">
                <a:solidFill>
                  <a:schemeClr val="tx1"/>
                </a:solidFill>
                <a:latin typeface="+mj-lt"/>
                <a:ea typeface="+mj-ea"/>
                <a:cs typeface="+mj-cs"/>
              </a:defRPr>
            </a:lvl1pPr>
          </a:lstStyle>
          <a:p>
            <a:r>
              <a:rPr lang="en-US" dirty="0"/>
              <a:t>Variables, Functions, </a:t>
            </a:r>
            <a:r>
              <a:rPr lang="en-US" dirty="0" err="1"/>
              <a:t>etc</a:t>
            </a:r>
            <a:r>
              <a:rPr lang="en-US" dirty="0"/>
              <a:t>…</a:t>
            </a:r>
          </a:p>
        </p:txBody>
      </p:sp>
      <p:sp>
        <p:nvSpPr>
          <p:cNvPr id="10" name="Title 1">
            <a:extLst>
              <a:ext uri="{FF2B5EF4-FFF2-40B4-BE49-F238E27FC236}">
                <a16:creationId xmlns:a16="http://schemas.microsoft.com/office/drawing/2014/main" id="{FC3564A3-7EE0-9332-EE6A-4B86655B1698}"/>
              </a:ext>
            </a:extLst>
          </p:cNvPr>
          <p:cNvSpPr txBox="1">
            <a:spLocks/>
          </p:cNvSpPr>
          <p:nvPr/>
        </p:nvSpPr>
        <p:spPr>
          <a:xfrm>
            <a:off x="5518404" y="4280916"/>
            <a:ext cx="1897380" cy="783336"/>
          </a:xfrm>
          <a:prstGeom prst="rect">
            <a:avLst/>
          </a:prstGeom>
        </p:spPr>
        <p:txBody>
          <a:bodyPr vert="horz" lIns="91440" tIns="45720" rIns="91440" bIns="45720" rtlCol="0" anchor="ctr" anchorCtr="0">
            <a:normAutofit fontScale="92500" lnSpcReduction="20000"/>
          </a:bodyPr>
          <a:lstStyle>
            <a:lvl1pPr algn="ctr" defTabSz="914400" rtl="0" eaLnBrk="1" latinLnBrk="0" hangingPunct="1">
              <a:lnSpc>
                <a:spcPct val="90000"/>
              </a:lnSpc>
              <a:spcBef>
                <a:spcPct val="0"/>
              </a:spcBef>
              <a:buNone/>
              <a:defRPr sz="3200" kern="1200" cap="all" spc="300" baseline="0">
                <a:solidFill>
                  <a:schemeClr val="tx1"/>
                </a:solidFill>
                <a:latin typeface="+mj-lt"/>
                <a:ea typeface="+mj-ea"/>
                <a:cs typeface="+mj-cs"/>
              </a:defRPr>
            </a:lvl1pPr>
          </a:lstStyle>
          <a:p>
            <a:r>
              <a:rPr lang="en-US" dirty="0"/>
              <a:t>Code Logic</a:t>
            </a:r>
          </a:p>
        </p:txBody>
      </p:sp>
      <p:sp>
        <p:nvSpPr>
          <p:cNvPr id="13" name="TextBox 12">
            <a:extLst>
              <a:ext uri="{FF2B5EF4-FFF2-40B4-BE49-F238E27FC236}">
                <a16:creationId xmlns:a16="http://schemas.microsoft.com/office/drawing/2014/main" id="{AC8C90C1-0ED4-BE95-314A-2A8B7F05B8C1}"/>
              </a:ext>
            </a:extLst>
          </p:cNvPr>
          <p:cNvSpPr txBox="1"/>
          <p:nvPr/>
        </p:nvSpPr>
        <p:spPr>
          <a:xfrm>
            <a:off x="838200" y="1858739"/>
            <a:ext cx="2706624" cy="584775"/>
          </a:xfrm>
          <a:prstGeom prst="rect">
            <a:avLst/>
          </a:prstGeom>
          <a:noFill/>
        </p:spPr>
        <p:txBody>
          <a:bodyPr wrap="square" rtlCol="0">
            <a:spAutoFit/>
          </a:bodyPr>
          <a:lstStyle/>
          <a:p>
            <a:r>
              <a:rPr lang="en-US" sz="3200" dirty="0">
                <a:solidFill>
                  <a:schemeClr val="bg1"/>
                </a:solidFill>
              </a:rPr>
              <a:t>Enemy Class</a:t>
            </a:r>
          </a:p>
        </p:txBody>
      </p:sp>
      <p:sp>
        <p:nvSpPr>
          <p:cNvPr id="14" name="TextBox 13">
            <a:extLst>
              <a:ext uri="{FF2B5EF4-FFF2-40B4-BE49-F238E27FC236}">
                <a16:creationId xmlns:a16="http://schemas.microsoft.com/office/drawing/2014/main" id="{742579E0-990D-1069-8D68-EBA1851567C8}"/>
              </a:ext>
            </a:extLst>
          </p:cNvPr>
          <p:cNvSpPr txBox="1"/>
          <p:nvPr/>
        </p:nvSpPr>
        <p:spPr>
          <a:xfrm>
            <a:off x="9582912" y="3203698"/>
            <a:ext cx="2157984" cy="1077218"/>
          </a:xfrm>
          <a:prstGeom prst="rect">
            <a:avLst/>
          </a:prstGeom>
          <a:noFill/>
        </p:spPr>
        <p:txBody>
          <a:bodyPr wrap="square" rtlCol="0">
            <a:spAutoFit/>
          </a:bodyPr>
          <a:lstStyle/>
          <a:p>
            <a:r>
              <a:rPr lang="en-US" sz="3200" dirty="0"/>
              <a:t>Used in game</a:t>
            </a:r>
          </a:p>
        </p:txBody>
      </p:sp>
    </p:spTree>
    <p:extLst>
      <p:ext uri="{BB962C8B-B14F-4D97-AF65-F5344CB8AC3E}">
        <p14:creationId xmlns:p14="http://schemas.microsoft.com/office/powerpoint/2010/main" val="32842785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91A6-0E89-D63A-F306-B948CFF0C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69416-9892-9231-DA25-E4C8E392C110}"/>
              </a:ext>
            </a:extLst>
          </p:cNvPr>
          <p:cNvSpPr>
            <a:spLocks noGrp="1"/>
          </p:cNvSpPr>
          <p:nvPr>
            <p:ph type="title"/>
          </p:nvPr>
        </p:nvSpPr>
        <p:spPr>
          <a:xfrm>
            <a:off x="838200" y="365760"/>
            <a:ext cx="10344912" cy="1325880"/>
          </a:xfrm>
        </p:spPr>
        <p:txBody>
          <a:bodyPr>
            <a:normAutofit/>
          </a:bodyPr>
          <a:lstStyle/>
          <a:p>
            <a:r>
              <a:rPr lang="en-US" dirty="0"/>
              <a:t>Why C++ Uses Two Files per Class</a:t>
            </a:r>
          </a:p>
        </p:txBody>
      </p:sp>
      <p:sp>
        <p:nvSpPr>
          <p:cNvPr id="3" name="Content Placeholder 2">
            <a:extLst>
              <a:ext uri="{FF2B5EF4-FFF2-40B4-BE49-F238E27FC236}">
                <a16:creationId xmlns:a16="http://schemas.microsoft.com/office/drawing/2014/main" id="{C8C2830E-320A-6E6B-62A5-FFD2FC7065EC}"/>
              </a:ext>
            </a:extLst>
          </p:cNvPr>
          <p:cNvSpPr>
            <a:spLocks noGrp="1"/>
          </p:cNvSpPr>
          <p:nvPr>
            <p:ph sz="quarter" idx="13"/>
          </p:nvPr>
        </p:nvSpPr>
        <p:spPr>
          <a:xfrm>
            <a:off x="374905" y="2024781"/>
            <a:ext cx="11228831" cy="4137189"/>
          </a:xfrm>
        </p:spPr>
        <p:txBody>
          <a:bodyPr>
            <a:normAutofit lnSpcReduction="10000"/>
          </a:bodyPr>
          <a:lstStyle/>
          <a:p>
            <a:r>
              <a:rPr lang="en-US" sz="2800" b="1" dirty="0"/>
              <a:t>Organization:</a:t>
            </a:r>
            <a:r>
              <a:rPr lang="en-US" sz="2800" dirty="0"/>
              <a:t> Makes large projects easier to read and maintain.</a:t>
            </a:r>
          </a:p>
          <a:p>
            <a:r>
              <a:rPr lang="en-US" sz="2800" b="1" dirty="0"/>
              <a:t>Compilation Speed:</a:t>
            </a:r>
            <a:r>
              <a:rPr lang="en-US" sz="2800" dirty="0"/>
              <a:t> The compiler doesn’t recompile everything—only what changed.</a:t>
            </a:r>
          </a:p>
          <a:p>
            <a:r>
              <a:rPr lang="en-US" sz="2800" b="1" dirty="0"/>
              <a:t>Code Reuse:</a:t>
            </a:r>
            <a:r>
              <a:rPr lang="en-US" sz="2800" dirty="0"/>
              <a:t> Other files can include the header to </a:t>
            </a:r>
            <a:r>
              <a:rPr lang="en-US" sz="2800" i="1" dirty="0"/>
              <a:t>use</a:t>
            </a:r>
            <a:r>
              <a:rPr lang="en-US" sz="2800" dirty="0"/>
              <a:t> the class without knowing its implementation.</a:t>
            </a:r>
          </a:p>
          <a:p>
            <a:r>
              <a:rPr lang="en-US" sz="2800" b="1" dirty="0"/>
              <a:t>Unreal Example:</a:t>
            </a:r>
            <a:endParaRPr lang="en-US" sz="2800" dirty="0"/>
          </a:p>
          <a:p>
            <a:pPr marL="457200" indent="-457200">
              <a:buFont typeface="Arial" panose="020B0604020202020204" pitchFamily="34" charset="0"/>
              <a:buChar char="•"/>
            </a:pPr>
            <a:r>
              <a:rPr lang="en-US" sz="2800" dirty="0"/>
              <a:t>The </a:t>
            </a:r>
            <a:r>
              <a:rPr lang="en-US" sz="2800" b="1" dirty="0"/>
              <a:t>.h</a:t>
            </a:r>
            <a:r>
              <a:rPr lang="en-US" sz="2800" dirty="0"/>
              <a:t> file tells Unreal what properties and functions are exposed to Blueprints.</a:t>
            </a:r>
          </a:p>
          <a:p>
            <a:pPr marL="457200" indent="-457200">
              <a:buFont typeface="Arial" panose="020B0604020202020204" pitchFamily="34" charset="0"/>
              <a:buChar char="•"/>
            </a:pPr>
            <a:r>
              <a:rPr lang="en-US" sz="2800" dirty="0"/>
              <a:t>The </a:t>
            </a:r>
            <a:r>
              <a:rPr lang="en-US" sz="2800" b="1" dirty="0"/>
              <a:t>.</a:t>
            </a:r>
            <a:r>
              <a:rPr lang="en-US" sz="2800" b="1" dirty="0" err="1"/>
              <a:t>cpp</a:t>
            </a:r>
            <a:r>
              <a:rPr lang="en-US" sz="2800" dirty="0"/>
              <a:t> file contains the actual game logic that runs.</a:t>
            </a:r>
          </a:p>
        </p:txBody>
      </p:sp>
    </p:spTree>
    <p:extLst>
      <p:ext uri="{BB962C8B-B14F-4D97-AF65-F5344CB8AC3E}">
        <p14:creationId xmlns:p14="http://schemas.microsoft.com/office/powerpoint/2010/main" val="15537038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Water droplet on a petal">
            <a:extLst>
              <a:ext uri="{FF2B5EF4-FFF2-40B4-BE49-F238E27FC236}">
                <a16:creationId xmlns:a16="http://schemas.microsoft.com/office/drawing/2014/main" id="{AFA71332-6F4F-3CA4-13C6-4779B7CF6EA2}"/>
              </a:ext>
            </a:extLst>
          </p:cNvPr>
          <p:cNvPicPr>
            <a:picLocks noChangeAspect="1"/>
          </p:cNvPicPr>
          <p:nvPr/>
        </p:nvPicPr>
        <p:blipFill>
          <a:blip r:embed="rId2"/>
          <a:srcRect/>
          <a:stretch/>
        </p:blipFill>
        <p:spPr>
          <a:xfrm>
            <a:off x="20" y="10"/>
            <a:ext cx="12191980" cy="6857990"/>
          </a:xfrm>
          <a:prstGeom prst="rect">
            <a:avLst/>
          </a:prstGeom>
          <a:noFill/>
        </p:spPr>
      </p:pic>
      <p:sp>
        <p:nvSpPr>
          <p:cNvPr id="3" name="Title 2">
            <a:extLst>
              <a:ext uri="{FF2B5EF4-FFF2-40B4-BE49-F238E27FC236}">
                <a16:creationId xmlns:a16="http://schemas.microsoft.com/office/drawing/2014/main" id="{5EB30D01-F2F8-A7B5-D5DA-1A1925257216}"/>
              </a:ext>
            </a:extLst>
          </p:cNvPr>
          <p:cNvSpPr>
            <a:spLocks noGrp="1"/>
          </p:cNvSpPr>
          <p:nvPr>
            <p:ph type="ctrTitle"/>
          </p:nvPr>
        </p:nvSpPr>
        <p:spPr>
          <a:xfrm>
            <a:off x="1524000" y="2286000"/>
            <a:ext cx="9144000" cy="2286000"/>
          </a:xfrm>
        </p:spPr>
        <p:txBody>
          <a:bodyPr anchor="ctr">
            <a:normAutofit/>
          </a:bodyPr>
          <a:lstStyle/>
          <a:p>
            <a:r>
              <a:rPr lang="en-US"/>
              <a:t>C++ Variables</a:t>
            </a:r>
          </a:p>
        </p:txBody>
      </p:sp>
    </p:spTree>
    <p:extLst>
      <p:ext uri="{BB962C8B-B14F-4D97-AF65-F5344CB8AC3E}">
        <p14:creationId xmlns:p14="http://schemas.microsoft.com/office/powerpoint/2010/main" val="32192284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Computer Memory</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10515600" cy="4137189"/>
          </a:xfrm>
        </p:spPr>
        <p:txBody>
          <a:bodyPr>
            <a:normAutofit/>
          </a:bodyPr>
          <a:lstStyle/>
          <a:p>
            <a:r>
              <a:rPr lang="en-US" sz="2800"/>
              <a:t>Computer RAM (Random Access Memory) is the short-term memory of a computer. </a:t>
            </a:r>
          </a:p>
          <a:p>
            <a:endParaRPr lang="en-US" sz="2800"/>
          </a:p>
          <a:p>
            <a:r>
              <a:rPr lang="en-US" sz="2800"/>
              <a:t>Computers must store a lot in their short-term memory to run. Every program that runs on a computer takes up a certain amount.</a:t>
            </a:r>
          </a:p>
          <a:p>
            <a:endParaRPr lang="en-US" sz="2800"/>
          </a:p>
          <a:p>
            <a:r>
              <a:rPr lang="en-US" sz="2800"/>
              <a:t>When you launch a program, the first thing it does is allocate space in memory.</a:t>
            </a:r>
          </a:p>
        </p:txBody>
      </p:sp>
    </p:spTree>
    <p:extLst>
      <p:ext uri="{BB962C8B-B14F-4D97-AF65-F5344CB8AC3E}">
        <p14:creationId xmlns:p14="http://schemas.microsoft.com/office/powerpoint/2010/main" val="3434768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Computer Memory</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1073019"/>
            <a:ext cx="5212079" cy="5088951"/>
          </a:xfrm>
        </p:spPr>
        <p:txBody>
          <a:bodyPr>
            <a:noAutofit/>
          </a:bodyPr>
          <a:lstStyle/>
          <a:p>
            <a:r>
              <a:rPr lang="en-US" sz="2800"/>
              <a:t>You can think of RAM as a stack of little boxes.</a:t>
            </a:r>
          </a:p>
          <a:p>
            <a:endParaRPr lang="en-US" sz="2800"/>
          </a:p>
          <a:p>
            <a:r>
              <a:rPr lang="en-US" sz="2800"/>
              <a:t>Each box has an address in the form of a Hexadecimal number. </a:t>
            </a:r>
          </a:p>
          <a:p>
            <a:endParaRPr lang="en-US" sz="2800"/>
          </a:p>
          <a:p>
            <a:r>
              <a:rPr lang="en-US" sz="2800"/>
              <a:t>For our purposes, each “box” takes up 1 byte of data (8 bits or binary numbers)</a:t>
            </a:r>
          </a:p>
          <a:p>
            <a:endParaRPr lang="en-US" sz="2800"/>
          </a:p>
          <a:p>
            <a:r>
              <a:rPr lang="en-US" sz="2800"/>
              <a:t>16 GB of RAM is 17,179,869,184 Bytes</a:t>
            </a:r>
          </a:p>
        </p:txBody>
      </p:sp>
      <p:sp>
        <p:nvSpPr>
          <p:cNvPr id="7" name="Content Placeholder 6">
            <a:extLst>
              <a:ext uri="{FF2B5EF4-FFF2-40B4-BE49-F238E27FC236}">
                <a16:creationId xmlns:a16="http://schemas.microsoft.com/office/drawing/2014/main" id="{FC078BFC-654D-5A80-6112-4BFC45E2F01D}"/>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txBody>
                  <a:tcPr anchor="ct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5927455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Computer Memory</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1073019"/>
            <a:ext cx="5212079" cy="5088951"/>
          </a:xfrm>
        </p:spPr>
        <p:txBody>
          <a:bodyPr>
            <a:noAutofit/>
          </a:bodyPr>
          <a:lstStyle/>
          <a:p>
            <a:r>
              <a:rPr lang="en-US" sz="2800"/>
              <a:t>A program, when it launches, will carve off a chunk of memory to start. </a:t>
            </a:r>
          </a:p>
          <a:p>
            <a:endParaRPr lang="en-US" sz="2800"/>
          </a:p>
          <a:p>
            <a:r>
              <a:rPr lang="en-US" sz="2800"/>
              <a:t>If it needs more, it will carve out more. [But what happens if that memory is being used by something else?]</a:t>
            </a:r>
          </a:p>
          <a:p>
            <a:endParaRPr lang="en-US" sz="2800"/>
          </a:p>
          <a:p>
            <a:r>
              <a:rPr lang="en-US" sz="2800"/>
              <a:t>Programmers write code that manipulate data stored specific addresses in memory.</a:t>
            </a:r>
          </a:p>
          <a:p>
            <a:endParaRPr lang="en-US" sz="2800"/>
          </a:p>
        </p:txBody>
      </p:sp>
      <p:sp>
        <p:nvSpPr>
          <p:cNvPr id="7" name="Content Placeholder 6">
            <a:extLst>
              <a:ext uri="{FF2B5EF4-FFF2-40B4-BE49-F238E27FC236}">
                <a16:creationId xmlns:a16="http://schemas.microsoft.com/office/drawing/2014/main" id="{EF3C00FC-15A2-1F7C-756D-0672B1D10634}"/>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txBody>
                  <a:tcPr anchor="ct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25128028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Computer Memory</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1365663"/>
            <a:ext cx="5212079" cy="4796308"/>
          </a:xfrm>
        </p:spPr>
        <p:txBody>
          <a:bodyPr>
            <a:noAutofit/>
          </a:bodyPr>
          <a:lstStyle/>
          <a:p>
            <a:r>
              <a:rPr lang="en-US" sz="2800"/>
              <a:t>RAM is “Random Access” which means that we can never know exactly where in memory our program will be running from, but we often need to store data.</a:t>
            </a:r>
          </a:p>
          <a:p>
            <a:endParaRPr lang="en-US" sz="2800"/>
          </a:p>
          <a:p>
            <a:r>
              <a:rPr lang="en-US" sz="2800"/>
              <a:t>Sometimes we need to store data that takes up multiple blocks!</a:t>
            </a:r>
          </a:p>
          <a:p>
            <a:endParaRPr lang="en-US" sz="2800"/>
          </a:p>
          <a:p>
            <a:r>
              <a:rPr lang="en-US" sz="2800"/>
              <a:t>So, programmers use Variables.</a:t>
            </a:r>
          </a:p>
          <a:p>
            <a:endParaRPr lang="en-US" sz="2800"/>
          </a:p>
        </p:txBody>
      </p:sp>
      <p:sp>
        <p:nvSpPr>
          <p:cNvPr id="7" name="Content Placeholder 6">
            <a:extLst>
              <a:ext uri="{FF2B5EF4-FFF2-40B4-BE49-F238E27FC236}">
                <a16:creationId xmlns:a16="http://schemas.microsoft.com/office/drawing/2014/main" id="{2F0B07CE-C9EB-6A6C-A0E1-01E5F3F3F9B2}"/>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txBody>
                  <a:tcPr anchor="ct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18084704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Why Random?</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6243379" cy="4137189"/>
          </a:xfrm>
        </p:spPr>
        <p:txBody>
          <a:bodyPr>
            <a:noAutofit/>
          </a:bodyPr>
          <a:lstStyle/>
          <a:p>
            <a:r>
              <a:rPr lang="en-US" sz="2800"/>
              <a:t>You are trying to leave class. If you are late to the next class, you will have your grade dropped by a whole letter grade.</a:t>
            </a:r>
          </a:p>
          <a:p>
            <a:endParaRPr lang="en-US" sz="2800"/>
          </a:p>
          <a:p>
            <a:r>
              <a:rPr lang="en-US" sz="2800"/>
              <a:t>Your teacher hands you a paper saying “You need to do this for homework”.</a:t>
            </a:r>
          </a:p>
        </p:txBody>
      </p:sp>
      <p:pic>
        <p:nvPicPr>
          <p:cNvPr id="7" name="Graphic 6" descr="Dictionary Remove">
            <a:extLst>
              <a:ext uri="{FF2B5EF4-FFF2-40B4-BE49-F238E27FC236}">
                <a16:creationId xmlns:a16="http://schemas.microsoft.com/office/drawing/2014/main" id="{4E66ECDC-8E00-A495-84EB-0D9984D54A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1578" y="1691640"/>
            <a:ext cx="4462303" cy="4462303"/>
          </a:xfrm>
          <a:prstGeom prst="rect">
            <a:avLst/>
          </a:prstGeom>
          <a:effectLst/>
        </p:spPr>
      </p:pic>
    </p:spTree>
    <p:extLst>
      <p:ext uri="{BB962C8B-B14F-4D97-AF65-F5344CB8AC3E}">
        <p14:creationId xmlns:p14="http://schemas.microsoft.com/office/powerpoint/2010/main" val="33967200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Do you…</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6243379" cy="4137189"/>
          </a:xfrm>
        </p:spPr>
        <p:txBody>
          <a:bodyPr>
            <a:noAutofit/>
          </a:bodyPr>
          <a:lstStyle/>
          <a:p>
            <a:r>
              <a:rPr lang="en-US" sz="2800"/>
              <a:t>Search your backpack for your folder, find it, pull it out, open it and carefully place it inside? Then put the folder back and zip but the backpack before leaving?</a:t>
            </a:r>
          </a:p>
          <a:p>
            <a:endParaRPr lang="en-US" sz="2800"/>
          </a:p>
          <a:p>
            <a:r>
              <a:rPr lang="en-US" sz="2800"/>
              <a:t>OR</a:t>
            </a:r>
          </a:p>
          <a:p>
            <a:endParaRPr lang="en-US" sz="2800"/>
          </a:p>
          <a:p>
            <a:r>
              <a:rPr lang="en-US" sz="2800"/>
              <a:t>Do you shove it in an empty pocket and run out the door?</a:t>
            </a:r>
          </a:p>
        </p:txBody>
      </p:sp>
      <p:pic>
        <p:nvPicPr>
          <p:cNvPr id="7" name="Graphic 6" descr="Dictionary Remove">
            <a:extLst>
              <a:ext uri="{FF2B5EF4-FFF2-40B4-BE49-F238E27FC236}">
                <a16:creationId xmlns:a16="http://schemas.microsoft.com/office/drawing/2014/main" id="{4E66ECDC-8E00-A495-84EB-0D9984D54A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81578" y="1691640"/>
            <a:ext cx="4462303" cy="4462303"/>
          </a:xfrm>
          <a:prstGeom prst="rect">
            <a:avLst/>
          </a:prstGeom>
          <a:effectLst/>
        </p:spPr>
      </p:pic>
    </p:spTree>
    <p:extLst>
      <p:ext uri="{BB962C8B-B14F-4D97-AF65-F5344CB8AC3E}">
        <p14:creationId xmlns:p14="http://schemas.microsoft.com/office/powerpoint/2010/main" val="42223302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Electronic circuit board">
            <a:extLst>
              <a:ext uri="{FF2B5EF4-FFF2-40B4-BE49-F238E27FC236}">
                <a16:creationId xmlns:a16="http://schemas.microsoft.com/office/drawing/2014/main" id="{47EECA3F-A4FF-29E5-406D-A287049AEF87}"/>
              </a:ext>
            </a:extLst>
          </p:cNvPr>
          <p:cNvPicPr>
            <a:picLocks noChangeAspect="1"/>
          </p:cNvPicPr>
          <p:nvPr/>
        </p:nvPicPr>
        <p:blipFill>
          <a:blip r:embed="rId2">
            <a:alphaModFix amt="37000"/>
          </a:blip>
          <a:srcRect t="15730"/>
          <a:stretch/>
        </p:blipFill>
        <p:spPr>
          <a:xfrm>
            <a:off x="20" y="10"/>
            <a:ext cx="12191980" cy="6857990"/>
          </a:xfrm>
          <a:prstGeom prst="rect">
            <a:avLst/>
          </a:prstGeom>
          <a:noFill/>
        </p:spPr>
      </p:pic>
      <p:sp>
        <p:nvSpPr>
          <p:cNvPr id="2" name="Title 1">
            <a:extLst>
              <a:ext uri="{FF2B5EF4-FFF2-40B4-BE49-F238E27FC236}">
                <a16:creationId xmlns:a16="http://schemas.microsoft.com/office/drawing/2014/main" id="{0C5D138A-D9A2-A045-7428-9EEEEBE8415E}"/>
              </a:ext>
            </a:extLst>
          </p:cNvPr>
          <p:cNvSpPr>
            <a:spLocks noGrp="1"/>
          </p:cNvSpPr>
          <p:nvPr>
            <p:ph type="ctrTitle"/>
          </p:nvPr>
        </p:nvSpPr>
        <p:spPr>
          <a:xfrm>
            <a:off x="1524000" y="2286000"/>
            <a:ext cx="9144000" cy="2286000"/>
          </a:xfrm>
        </p:spPr>
        <p:txBody>
          <a:bodyPr anchor="ctr">
            <a:normAutofit/>
          </a:bodyPr>
          <a:lstStyle/>
          <a:p>
            <a:r>
              <a:rPr lang="en-US" sz="3700"/>
              <a:t>RAM must be FAST.</a:t>
            </a:r>
            <a:br>
              <a:rPr lang="en-US" sz="3700"/>
            </a:br>
            <a:r>
              <a:rPr lang="en-US" sz="3700"/>
              <a:t>And it’s faster to just find a random spot in memory, shove the data in, and move on.</a:t>
            </a:r>
          </a:p>
        </p:txBody>
      </p:sp>
    </p:spTree>
    <p:extLst>
      <p:ext uri="{BB962C8B-B14F-4D97-AF65-F5344CB8AC3E}">
        <p14:creationId xmlns:p14="http://schemas.microsoft.com/office/powerpoint/2010/main" val="7126046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5242425" y="466344"/>
            <a:ext cx="6241651" cy="1710354"/>
          </a:xfrm>
        </p:spPr>
        <p:txBody>
          <a:bodyPr anchor="ctr">
            <a:normAutofit/>
          </a:bodyPr>
          <a:lstStyle/>
          <a:p>
            <a:r>
              <a:rPr lang="en-US"/>
              <a:t>Storing Data</a:t>
            </a:r>
          </a:p>
        </p:txBody>
      </p:sp>
      <p:pic>
        <p:nvPicPr>
          <p:cNvPr id="9" name="Picture 8">
            <a:extLst>
              <a:ext uri="{FF2B5EF4-FFF2-40B4-BE49-F238E27FC236}">
                <a16:creationId xmlns:a16="http://schemas.microsoft.com/office/drawing/2014/main" id="{33AEC490-87AA-AAAF-DD84-2B877CACD1DB}"/>
              </a:ext>
            </a:extLst>
          </p:cNvPr>
          <p:cNvPicPr>
            <a:picLocks noChangeAspect="1"/>
          </p:cNvPicPr>
          <p:nvPr/>
        </p:nvPicPr>
        <p:blipFill>
          <a:blip r:embed="rId2"/>
          <a:srcRect l="31377" r="33454"/>
          <a:stretch/>
        </p:blipFill>
        <p:spPr>
          <a:xfrm>
            <a:off x="20" y="10"/>
            <a:ext cx="4287818" cy="6857990"/>
          </a:xfrm>
          <a:prstGeom prst="rect">
            <a:avLst/>
          </a:prstGeom>
          <a:noFill/>
        </p:spPr>
      </p:pic>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5242426" y="2286000"/>
            <a:ext cx="6241650" cy="3474720"/>
          </a:xfrm>
        </p:spPr>
        <p:txBody>
          <a:bodyPr>
            <a:normAutofit/>
          </a:bodyPr>
          <a:lstStyle/>
          <a:p>
            <a:r>
              <a:rPr lang="en-US"/>
              <a:t>When writing a program that takes input from the user, we use: </a:t>
            </a:r>
            <a:r>
              <a:rPr lang="en-US" err="1">
                <a:latin typeface="Courier New" panose="02070309020205020404" pitchFamily="49" charset="0"/>
                <a:cs typeface="Courier New" panose="02070309020205020404" pitchFamily="49" charset="0"/>
              </a:rPr>
              <a:t>cin</a:t>
            </a:r>
            <a:r>
              <a:rPr lang="en-US">
                <a:latin typeface="Courier New" panose="02070309020205020404" pitchFamily="49" charset="0"/>
                <a:cs typeface="Courier New" panose="02070309020205020404" pitchFamily="49" charset="0"/>
              </a:rPr>
              <a:t> &gt;&gt; X;</a:t>
            </a:r>
          </a:p>
          <a:p>
            <a:r>
              <a:rPr lang="en-US"/>
              <a:t>But... How do we store that input?</a:t>
            </a:r>
          </a:p>
          <a:p>
            <a:r>
              <a:rPr lang="en-US" err="1">
                <a:latin typeface="Courier New" panose="02070309020205020404" pitchFamily="49" charset="0"/>
                <a:cs typeface="Courier New" panose="02070309020205020404" pitchFamily="49" charset="0"/>
              </a:rPr>
              <a:t>cin</a:t>
            </a:r>
            <a:r>
              <a:rPr lang="en-US">
                <a:latin typeface="Courier New" panose="02070309020205020404" pitchFamily="49" charset="0"/>
                <a:cs typeface="Courier New" panose="02070309020205020404" pitchFamily="49" charset="0"/>
              </a:rPr>
              <a:t> &gt;&gt;</a:t>
            </a:r>
            <a:r>
              <a:rPr lang="en-US"/>
              <a:t> by itself is like taking a note from someone and throwing it away before reading it.</a:t>
            </a:r>
          </a:p>
          <a:p>
            <a:endParaRPr lang="en-US"/>
          </a:p>
        </p:txBody>
      </p:sp>
    </p:spTree>
    <p:extLst>
      <p:ext uri="{BB962C8B-B14F-4D97-AF65-F5344CB8AC3E}">
        <p14:creationId xmlns:p14="http://schemas.microsoft.com/office/powerpoint/2010/main" val="26675160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 variable is a named location where data is stored in memory. </a:t>
            </a:r>
          </a:p>
          <a:p>
            <a:endParaRPr lang="en-US" sz="2800"/>
          </a:p>
          <a:p>
            <a:r>
              <a:rPr lang="en-US" sz="2800"/>
              <a:t>Each Variable has 3 parts:</a:t>
            </a:r>
          </a:p>
          <a:p>
            <a:pPr lvl="1"/>
            <a:r>
              <a:rPr lang="en-US" sz="2800"/>
              <a:t>Name</a:t>
            </a:r>
          </a:p>
          <a:p>
            <a:pPr lvl="1"/>
            <a:r>
              <a:rPr lang="en-US" sz="2800"/>
              <a:t>Type</a:t>
            </a:r>
          </a:p>
          <a:p>
            <a:pPr lvl="1"/>
            <a:r>
              <a:rPr lang="en-US" sz="2800"/>
              <a:t>Value</a:t>
            </a:r>
          </a:p>
        </p:txBody>
      </p:sp>
      <p:sp>
        <p:nvSpPr>
          <p:cNvPr id="7" name="Content Placeholder 6">
            <a:extLst>
              <a:ext uri="{FF2B5EF4-FFF2-40B4-BE49-F238E27FC236}">
                <a16:creationId xmlns:a16="http://schemas.microsoft.com/office/drawing/2014/main" id="{72F12CE6-05F2-1E4E-0A47-829B90A2B9B2}"/>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25; </a:t>
            </a:r>
          </a:p>
        </p:txBody>
      </p:sp>
    </p:spTree>
    <p:extLst>
      <p:ext uri="{BB962C8B-B14F-4D97-AF65-F5344CB8AC3E}">
        <p14:creationId xmlns:p14="http://schemas.microsoft.com/office/powerpoint/2010/main" val="154609857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 variable is a named location where data is stored in memory. </a:t>
            </a:r>
          </a:p>
          <a:p>
            <a:endParaRPr lang="en-US" sz="2800"/>
          </a:p>
          <a:p>
            <a:r>
              <a:rPr lang="en-US" sz="2800"/>
              <a:t>Each Variable has 3 parts:</a:t>
            </a:r>
          </a:p>
          <a:p>
            <a:pPr lvl="1"/>
            <a:r>
              <a:rPr lang="en-US" sz="2800"/>
              <a:t>Name</a:t>
            </a:r>
          </a:p>
          <a:p>
            <a:pPr lvl="1"/>
            <a:r>
              <a:rPr lang="en-US" sz="2800"/>
              <a:t>Type</a:t>
            </a:r>
          </a:p>
          <a:p>
            <a:pPr lvl="1"/>
            <a:r>
              <a:rPr lang="en-US" sz="2800"/>
              <a:t>Value</a:t>
            </a:r>
          </a:p>
        </p:txBody>
      </p:sp>
      <p:sp>
        <p:nvSpPr>
          <p:cNvPr id="7" name="Content Placeholder 6">
            <a:extLst>
              <a:ext uri="{FF2B5EF4-FFF2-40B4-BE49-F238E27FC236}">
                <a16:creationId xmlns:a16="http://schemas.microsoft.com/office/drawing/2014/main" id="{05F5013E-3440-C2D9-71DF-7A8AB46228B7}"/>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25; </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B61E0F5F-AADF-89B3-CBBB-6EB139A33CDE}"/>
                  </a:ext>
                </a:extLst>
              </p14:cNvPr>
              <p14:cNvContentPartPr/>
              <p14:nvPr/>
            </p14:nvContentPartPr>
            <p14:xfrm>
              <a:off x="2316811" y="3530898"/>
              <a:ext cx="6492240" cy="817560"/>
            </p14:xfrm>
          </p:contentPart>
        </mc:Choice>
        <mc:Fallback xmlns="">
          <p:pic>
            <p:nvPicPr>
              <p:cNvPr id="5" name="Ink 4">
                <a:extLst>
                  <a:ext uri="{FF2B5EF4-FFF2-40B4-BE49-F238E27FC236}">
                    <a16:creationId xmlns:a16="http://schemas.microsoft.com/office/drawing/2014/main" id="{B61E0F5F-AADF-89B3-CBBB-6EB139A33CDE}"/>
                  </a:ext>
                </a:extLst>
              </p:cNvPr>
              <p:cNvPicPr/>
              <p:nvPr/>
            </p:nvPicPr>
            <p:blipFill>
              <a:blip r:embed="rId3"/>
              <a:stretch>
                <a:fillRect/>
              </a:stretch>
            </p:blipFill>
            <p:spPr>
              <a:xfrm>
                <a:off x="2298810" y="3512906"/>
                <a:ext cx="6527882" cy="853184"/>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7170BDC-FF3B-9D6A-EEA5-1C237CB74975}"/>
                  </a:ext>
                </a:extLst>
              </p14:cNvPr>
              <p14:cNvContentPartPr/>
              <p14:nvPr/>
            </p14:nvContentPartPr>
            <p14:xfrm>
              <a:off x="1908211" y="4646538"/>
              <a:ext cx="6230880" cy="770400"/>
            </p14:xfrm>
          </p:contentPart>
        </mc:Choice>
        <mc:Fallback xmlns="">
          <p:pic>
            <p:nvPicPr>
              <p:cNvPr id="6" name="Ink 5">
                <a:extLst>
                  <a:ext uri="{FF2B5EF4-FFF2-40B4-BE49-F238E27FC236}">
                    <a16:creationId xmlns:a16="http://schemas.microsoft.com/office/drawing/2014/main" id="{A7170BDC-FF3B-9D6A-EEA5-1C237CB74975}"/>
                  </a:ext>
                </a:extLst>
              </p:cNvPr>
              <p:cNvPicPr/>
              <p:nvPr/>
            </p:nvPicPr>
            <p:blipFill>
              <a:blip r:embed="rId5"/>
              <a:stretch>
                <a:fillRect/>
              </a:stretch>
            </p:blipFill>
            <p:spPr>
              <a:xfrm>
                <a:off x="1890211" y="4628538"/>
                <a:ext cx="6266520" cy="806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16AF7CDE-D1D1-43D3-A7B5-424967DDBDE5}"/>
                  </a:ext>
                </a:extLst>
              </p14:cNvPr>
              <p14:cNvContentPartPr/>
              <p14:nvPr/>
            </p14:nvContentPartPr>
            <p14:xfrm>
              <a:off x="2019451" y="4693698"/>
              <a:ext cx="8070480" cy="1452240"/>
            </p14:xfrm>
          </p:contentPart>
        </mc:Choice>
        <mc:Fallback xmlns="">
          <p:pic>
            <p:nvPicPr>
              <p:cNvPr id="8" name="Ink 7">
                <a:extLst>
                  <a:ext uri="{FF2B5EF4-FFF2-40B4-BE49-F238E27FC236}">
                    <a16:creationId xmlns:a16="http://schemas.microsoft.com/office/drawing/2014/main" id="{16AF7CDE-D1D1-43D3-A7B5-424967DDBDE5}"/>
                  </a:ext>
                </a:extLst>
              </p:cNvPr>
              <p:cNvPicPr/>
              <p:nvPr/>
            </p:nvPicPr>
            <p:blipFill>
              <a:blip r:embed="rId7"/>
              <a:stretch>
                <a:fillRect/>
              </a:stretch>
            </p:blipFill>
            <p:spPr>
              <a:xfrm>
                <a:off x="2001451" y="4675698"/>
                <a:ext cx="8106120" cy="1487880"/>
              </a:xfrm>
              <a:prstGeom prst="rect">
                <a:avLst/>
              </a:prstGeom>
            </p:spPr>
          </p:pic>
        </mc:Fallback>
      </mc:AlternateContent>
    </p:spTree>
    <p:extLst>
      <p:ext uri="{BB962C8B-B14F-4D97-AF65-F5344CB8AC3E}">
        <p14:creationId xmlns:p14="http://schemas.microsoft.com/office/powerpoint/2010/main" val="42789004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 Type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We must know the type of data that the variable will hold so we can reserve the right amount memory for that value.</a:t>
            </a:r>
          </a:p>
          <a:p>
            <a:endParaRPr lang="en-US" sz="2800"/>
          </a:p>
        </p:txBody>
      </p:sp>
      <p:sp>
        <p:nvSpPr>
          <p:cNvPr id="7" name="Content Placeholder 6">
            <a:extLst>
              <a:ext uri="{FF2B5EF4-FFF2-40B4-BE49-F238E27FC236}">
                <a16:creationId xmlns:a16="http://schemas.microsoft.com/office/drawing/2014/main" id="{EC6FD989-768A-BD44-6E37-C2ADDC8A683F}"/>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25; </a:t>
            </a:r>
          </a:p>
        </p:txBody>
      </p:sp>
    </p:spTree>
    <p:extLst>
      <p:ext uri="{BB962C8B-B14F-4D97-AF65-F5344CB8AC3E}">
        <p14:creationId xmlns:p14="http://schemas.microsoft.com/office/powerpoint/2010/main" val="345832399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 Type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An int takes up 4 Bytes for a single number.</a:t>
            </a:r>
          </a:p>
          <a:p>
            <a:endParaRPr lang="en-US" sz="2800"/>
          </a:p>
          <a:p>
            <a:r>
              <a:rPr lang="en-US" sz="2800"/>
              <a:t>A char needs 1 Byte.</a:t>
            </a:r>
          </a:p>
          <a:p>
            <a:endParaRPr lang="en-US" sz="2800"/>
          </a:p>
          <a:p>
            <a:r>
              <a:rPr lang="en-US" sz="2800"/>
              <a:t>A string needs 1 Byte per char.</a:t>
            </a:r>
          </a:p>
          <a:p>
            <a:r>
              <a:rPr lang="en-US" sz="2800"/>
              <a:t>“Hello World” needs 11 Bytes</a:t>
            </a:r>
          </a:p>
          <a:p>
            <a:endParaRPr lang="en-US" sz="2800"/>
          </a:p>
        </p:txBody>
      </p:sp>
      <p:sp>
        <p:nvSpPr>
          <p:cNvPr id="7" name="Content Placeholder 6">
            <a:extLst>
              <a:ext uri="{FF2B5EF4-FFF2-40B4-BE49-F238E27FC236}">
                <a16:creationId xmlns:a16="http://schemas.microsoft.com/office/drawing/2014/main" id="{6CDBF583-B801-5AB3-A642-DF611DC5B0E6}"/>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25; </a:t>
            </a:r>
          </a:p>
        </p:txBody>
      </p:sp>
    </p:spTree>
    <p:extLst>
      <p:ext uri="{BB962C8B-B14F-4D97-AF65-F5344CB8AC3E}">
        <p14:creationId xmlns:p14="http://schemas.microsoft.com/office/powerpoint/2010/main" val="39737028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 Declaration</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5525656" cy="4137189"/>
          </a:xfrm>
        </p:spPr>
        <p:txBody>
          <a:bodyPr>
            <a:noAutofit/>
          </a:bodyPr>
          <a:lstStyle/>
          <a:p>
            <a:r>
              <a:rPr lang="en-US" sz="2800"/>
              <a:t>The first step to using a variable is to declare it. </a:t>
            </a:r>
          </a:p>
          <a:p>
            <a:endParaRPr lang="en-US" sz="2800"/>
          </a:p>
          <a:p>
            <a:r>
              <a:rPr lang="en-US" sz="2800"/>
              <a:t>Declaring a variable allows the computer to reserve a spot in memory.</a:t>
            </a:r>
          </a:p>
          <a:p>
            <a:endParaRPr lang="en-US" sz="2800"/>
          </a:p>
          <a:p>
            <a:r>
              <a:rPr lang="en-US" sz="2800"/>
              <a:t>To declare a variable, you just need to put the type and the name.</a:t>
            </a:r>
          </a:p>
        </p:txBody>
      </p:sp>
      <p:sp>
        <p:nvSpPr>
          <p:cNvPr id="7" name="Content Placeholder 6">
            <a:extLst>
              <a:ext uri="{FF2B5EF4-FFF2-40B4-BE49-F238E27FC236}">
                <a16:creationId xmlns:a16="http://schemas.microsoft.com/office/drawing/2014/main" id="{CAD7F752-485E-5FC9-B21C-49DEF69A9925}"/>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a:t>
            </a:r>
          </a:p>
        </p:txBody>
      </p:sp>
    </p:spTree>
    <p:extLst>
      <p:ext uri="{BB962C8B-B14F-4D97-AF65-F5344CB8AC3E}">
        <p14:creationId xmlns:p14="http://schemas.microsoft.com/office/powerpoint/2010/main" val="84095246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Declaring</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we declare a variable, the compiler looks at the data type, and reserves space for that data.</a:t>
            </a:r>
          </a:p>
          <a:p>
            <a:endParaRPr lang="en-US" sz="2800"/>
          </a:p>
          <a:p>
            <a:r>
              <a:rPr lang="en-US" sz="2800"/>
              <a:t>An int takes up 4 bytes.</a:t>
            </a:r>
          </a:p>
        </p:txBody>
      </p:sp>
      <p:sp>
        <p:nvSpPr>
          <p:cNvPr id="7" name="Content Placeholder 6">
            <a:extLst>
              <a:ext uri="{FF2B5EF4-FFF2-40B4-BE49-F238E27FC236}">
                <a16:creationId xmlns:a16="http://schemas.microsoft.com/office/drawing/2014/main" id="{233AE7E1-2E9F-394F-2609-3EF7A08C89BF}"/>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txBody>
                  <a:tcPr anchor="ct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329159638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Declaring</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we declare a variable, the compiler looks at the data type, and reserves space for that data.</a:t>
            </a:r>
          </a:p>
          <a:p>
            <a:endParaRPr lang="en-US" sz="2800"/>
          </a:p>
          <a:p>
            <a:r>
              <a:rPr lang="en-US" sz="2800"/>
              <a:t>An int takes up 4 Bytes.</a:t>
            </a:r>
          </a:p>
        </p:txBody>
      </p:sp>
      <p:sp>
        <p:nvSpPr>
          <p:cNvPr id="7" name="Content Placeholder 6">
            <a:extLst>
              <a:ext uri="{FF2B5EF4-FFF2-40B4-BE49-F238E27FC236}">
                <a16:creationId xmlns:a16="http://schemas.microsoft.com/office/drawing/2014/main" id="{2DC7FA34-8B86-DCCE-D817-0F2D0623F71D}"/>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2544476">
                <a:tc>
                  <a:txBody>
                    <a:bodyPr/>
                    <a:lstStyle/>
                    <a:p>
                      <a:pPr algn="ct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28424676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Variable 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The 2nd step is to assign a value to it.</a:t>
            </a:r>
          </a:p>
          <a:p>
            <a:endParaRPr lang="en-US" sz="2800"/>
          </a:p>
          <a:p>
            <a:r>
              <a:rPr lang="en-US" sz="2800"/>
              <a:t>Here we use the assignment operator (=) to store the value in memory at the location reserved for the variable.</a:t>
            </a:r>
          </a:p>
          <a:p>
            <a:endParaRPr lang="en-US" sz="2800"/>
          </a:p>
        </p:txBody>
      </p:sp>
      <p:sp>
        <p:nvSpPr>
          <p:cNvPr id="7" name="Content Placeholder 6">
            <a:extLst>
              <a:ext uri="{FF2B5EF4-FFF2-40B4-BE49-F238E27FC236}">
                <a16:creationId xmlns:a16="http://schemas.microsoft.com/office/drawing/2014/main" id="{E5E559F9-F17C-C35F-3914-0ECFEDD8530E}"/>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27; </a:t>
            </a:r>
          </a:p>
        </p:txBody>
      </p:sp>
    </p:spTree>
    <p:extLst>
      <p:ext uri="{BB962C8B-B14F-4D97-AF65-F5344CB8AC3E}">
        <p14:creationId xmlns:p14="http://schemas.microsoft.com/office/powerpoint/2010/main" val="49699511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4F1A-510C-AC72-DC98-1DDBFA964B76}"/>
              </a:ext>
            </a:extLst>
          </p:cNvPr>
          <p:cNvSpPr>
            <a:spLocks noGrp="1"/>
          </p:cNvSpPr>
          <p:nvPr>
            <p:ph type="title"/>
          </p:nvPr>
        </p:nvSpPr>
        <p:spPr/>
        <p:txBody>
          <a:bodyPr>
            <a:normAutofit/>
          </a:bodyPr>
          <a:lstStyle/>
          <a:p>
            <a:r>
              <a:rPr lang="en-US"/>
              <a:t>Assignment Operator</a:t>
            </a:r>
            <a:br>
              <a:rPr lang="en-US"/>
            </a:br>
            <a:r>
              <a:rPr lang="en-US"/>
              <a:t>Assigns a value to variables</a:t>
            </a:r>
          </a:p>
        </p:txBody>
      </p:sp>
      <p:sp>
        <p:nvSpPr>
          <p:cNvPr id="3" name="Content Placeholder 2">
            <a:extLst>
              <a:ext uri="{FF2B5EF4-FFF2-40B4-BE49-F238E27FC236}">
                <a16:creationId xmlns:a16="http://schemas.microsoft.com/office/drawing/2014/main" id="{55918D11-B125-6140-FC14-AEC895BD59EE}"/>
              </a:ext>
            </a:extLst>
          </p:cNvPr>
          <p:cNvSpPr>
            <a:spLocks noGrp="1"/>
          </p:cNvSpPr>
          <p:nvPr>
            <p:ph sz="quarter" idx="13"/>
          </p:nvPr>
        </p:nvSpPr>
        <p:spPr>
          <a:xfrm>
            <a:off x="838199" y="2024781"/>
            <a:ext cx="6135256" cy="4137189"/>
          </a:xfrm>
        </p:spPr>
        <p:txBody>
          <a:bodyPr>
            <a:normAutofit/>
          </a:bodyPr>
          <a:lstStyle/>
          <a:p>
            <a:r>
              <a:rPr lang="en-US" sz="2800"/>
              <a:t>= is NOT a normal equal sign. </a:t>
            </a:r>
          </a:p>
          <a:p>
            <a:endParaRPr lang="en-US" sz="2800"/>
          </a:p>
          <a:p>
            <a:r>
              <a:rPr lang="en-US" sz="2800"/>
              <a:t>string name = ”Miles"; </a:t>
            </a:r>
          </a:p>
          <a:p>
            <a:endParaRPr lang="en-US" sz="2800"/>
          </a:p>
          <a:p>
            <a:r>
              <a:rPr lang="en-US" sz="2800"/>
              <a:t>This assigns “Miles” to a variable called name</a:t>
            </a:r>
          </a:p>
        </p:txBody>
      </p:sp>
      <p:sp>
        <p:nvSpPr>
          <p:cNvPr id="4" name="Rectangle 3">
            <a:extLst>
              <a:ext uri="{FF2B5EF4-FFF2-40B4-BE49-F238E27FC236}">
                <a16:creationId xmlns:a16="http://schemas.microsoft.com/office/drawing/2014/main" id="{E2EAB8B3-F650-EA11-1DFC-496120E3DEE0}"/>
              </a:ext>
            </a:extLst>
          </p:cNvPr>
          <p:cNvSpPr/>
          <p:nvPr/>
        </p:nvSpPr>
        <p:spPr>
          <a:xfrm>
            <a:off x="7419117" y="1691640"/>
            <a:ext cx="2950934" cy="3154710"/>
          </a:xfrm>
          <a:prstGeom prst="rect">
            <a:avLst/>
          </a:prstGeom>
          <a:noFill/>
        </p:spPr>
        <p:txBody>
          <a:bodyPr wrap="square" lIns="91440" tIns="45720" rIns="91440" bIns="45720">
            <a:spAutoFit/>
          </a:bodyPr>
          <a:lstStyle/>
          <a:p>
            <a:pPr algn="ctr"/>
            <a:r>
              <a:rPr lang="en-US" sz="19900" b="0" cap="none" spc="0">
                <a:ln w="0"/>
                <a:solidFill>
                  <a:schemeClr val="accent1"/>
                </a:solidFill>
                <a:effectLst>
                  <a:outerShdw blurRad="38100" dist="25400" dir="5400000" algn="ctr" rotWithShape="0">
                    <a:srgbClr val="6E747A">
                      <a:alpha val="43000"/>
                    </a:srgbClr>
                  </a:outerShdw>
                </a:effectLst>
              </a:rPr>
              <a:t>=</a:t>
            </a:r>
          </a:p>
        </p:txBody>
      </p:sp>
    </p:spTree>
    <p:extLst>
      <p:ext uri="{BB962C8B-B14F-4D97-AF65-F5344CB8AC3E}">
        <p14:creationId xmlns:p14="http://schemas.microsoft.com/office/powerpoint/2010/main" val="90400721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An int takes up 4 Bytes, so the value is stored there.</a:t>
            </a:r>
          </a:p>
          <a:p>
            <a:endParaRPr lang="en-US" sz="2800"/>
          </a:p>
          <a:p>
            <a:r>
              <a:rPr lang="en-US" sz="2800"/>
              <a:t>The first time you assign a value to a variable, it’s called initializing it.</a:t>
            </a:r>
          </a:p>
        </p:txBody>
      </p:sp>
      <p:sp>
        <p:nvSpPr>
          <p:cNvPr id="7" name="Content Placeholder 6">
            <a:extLst>
              <a:ext uri="{FF2B5EF4-FFF2-40B4-BE49-F238E27FC236}">
                <a16:creationId xmlns:a16="http://schemas.microsoft.com/office/drawing/2014/main" id="{D7374519-E509-9E64-7B3A-EA97877F3080}"/>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2544476">
                <a:tc>
                  <a:txBody>
                    <a:bodyPr/>
                    <a:lstStyle/>
                    <a:p>
                      <a:pPr algn="ctr"/>
                      <a:r>
                        <a:rPr kumimoji="0" lang="en-US" sz="3200" b="0" i="0" u="none" strike="noStrike" kern="1200" cap="none" spc="0" normalizeH="0" baseline="0" noProof="0">
                          <a:ln>
                            <a:noFill/>
                          </a:ln>
                          <a:solidFill>
                            <a:prstClr val="black"/>
                          </a:solidFill>
                          <a:effectLst/>
                          <a:uLnTx/>
                          <a:uFillTx/>
                          <a:latin typeface="Century Gothic" panose="020B0502020202020204"/>
                          <a:ea typeface="+mn-ea"/>
                          <a:cs typeface="+mn-cs"/>
                        </a:rPr>
                        <a:t>27</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411993378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Variable Declaration and 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You can only declare a variable ONCE in a program, but you can assign values as many times as you want.</a:t>
            </a:r>
          </a:p>
          <a:p>
            <a:endParaRPr lang="en-US" sz="2800"/>
          </a:p>
          <a:p>
            <a:r>
              <a:rPr lang="en-US" sz="2800"/>
              <a:t>The location will remain the same, but the value can change.</a:t>
            </a:r>
          </a:p>
        </p:txBody>
      </p:sp>
      <p:sp>
        <p:nvSpPr>
          <p:cNvPr id="7" name="Content Placeholder 6">
            <a:extLst>
              <a:ext uri="{FF2B5EF4-FFF2-40B4-BE49-F238E27FC236}">
                <a16:creationId xmlns:a16="http://schemas.microsoft.com/office/drawing/2014/main" id="{D1D3057E-A79B-2DC8-2DBD-C9614948BC54}"/>
              </a:ext>
            </a:extLst>
          </p:cNvPr>
          <p:cNvSpPr>
            <a:spLocks noGrp="1"/>
          </p:cNvSpPr>
          <p:nvPr>
            <p:ph sz="quarter" idx="14"/>
          </p:nvPr>
        </p:nvSpPr>
        <p:spPr/>
        <p:txBody>
          <a:bodyPr/>
          <a:lstStyle/>
          <a:p>
            <a:endParaRPr lang="en-US"/>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27;</a:t>
            </a:r>
          </a:p>
          <a:p>
            <a:r>
              <a:rPr lang="en-US" sz="2400">
                <a:latin typeface="Courier New" panose="02070309020205020404" pitchFamily="49" charset="0"/>
                <a:cs typeface="Courier New" panose="02070309020205020404" pitchFamily="49" charset="0"/>
              </a:rPr>
              <a:t>age = 28; </a:t>
            </a:r>
          </a:p>
        </p:txBody>
      </p:sp>
    </p:spTree>
    <p:extLst>
      <p:ext uri="{BB962C8B-B14F-4D97-AF65-F5344CB8AC3E}">
        <p14:creationId xmlns:p14="http://schemas.microsoft.com/office/powerpoint/2010/main" val="8873126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Re-assignment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An int takes up 4 Bytes, so the value is stored there.</a:t>
            </a:r>
          </a:p>
        </p:txBody>
      </p:sp>
      <p:sp>
        <p:nvSpPr>
          <p:cNvPr id="8" name="Content Placeholder 7">
            <a:extLst>
              <a:ext uri="{FF2B5EF4-FFF2-40B4-BE49-F238E27FC236}">
                <a16:creationId xmlns:a16="http://schemas.microsoft.com/office/drawing/2014/main" id="{6CFF175E-CE10-1A38-E42E-67FD9EAFD211}"/>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2544476">
                <a:tc>
                  <a:txBody>
                    <a:bodyPr/>
                    <a:lstStyle/>
                    <a:p>
                      <a:pPr algn="ctr"/>
                      <a:r>
                        <a:rPr kumimoji="0" lang="en-US" sz="3200" b="0" i="0" u="none" strike="noStrike" kern="1200" cap="none" spc="0" normalizeH="0" baseline="0" noProof="0">
                          <a:ln>
                            <a:noFill/>
                          </a:ln>
                          <a:solidFill>
                            <a:prstClr val="black"/>
                          </a:solidFill>
                          <a:effectLst/>
                          <a:uLnTx/>
                          <a:uFillTx/>
                          <a:latin typeface="Century Gothic" panose="020B0502020202020204"/>
                          <a:ea typeface="+mn-ea"/>
                          <a:cs typeface="+mn-cs"/>
                        </a:rPr>
                        <a:t>27</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
        <p:nvSpPr>
          <p:cNvPr id="5" name="Rectangle 4">
            <a:extLst>
              <a:ext uri="{FF2B5EF4-FFF2-40B4-BE49-F238E27FC236}">
                <a16:creationId xmlns:a16="http://schemas.microsoft.com/office/drawing/2014/main" id="{F7A10F76-D784-CDD3-394F-7AD4713C7F50}"/>
              </a:ext>
            </a:extLst>
          </p:cNvPr>
          <p:cNvSpPr/>
          <p:nvPr/>
        </p:nvSpPr>
        <p:spPr>
          <a:xfrm>
            <a:off x="676592" y="3069321"/>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27;</a:t>
            </a:r>
          </a:p>
          <a:p>
            <a:r>
              <a:rPr lang="en-US" sz="2400">
                <a:latin typeface="Courier New" panose="02070309020205020404" pitchFamily="49" charset="0"/>
                <a:cs typeface="Courier New" panose="02070309020205020404" pitchFamily="49" charset="0"/>
              </a:rPr>
              <a:t>age = 28; </a:t>
            </a:r>
          </a:p>
        </p:txBody>
      </p:sp>
    </p:spTree>
    <p:extLst>
      <p:ext uri="{BB962C8B-B14F-4D97-AF65-F5344CB8AC3E}">
        <p14:creationId xmlns:p14="http://schemas.microsoft.com/office/powerpoint/2010/main" val="26140160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07257"/>
          </a:xfrm>
        </p:spPr>
        <p:txBody>
          <a:bodyPr/>
          <a:lstStyle/>
          <a:p>
            <a:r>
              <a:rPr lang="en-US"/>
              <a:t>Re-assignment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An int takes up 4 Bytes, so the value is stored there.</a:t>
            </a:r>
          </a:p>
        </p:txBody>
      </p:sp>
      <p:sp>
        <p:nvSpPr>
          <p:cNvPr id="8" name="Content Placeholder 7">
            <a:extLst>
              <a:ext uri="{FF2B5EF4-FFF2-40B4-BE49-F238E27FC236}">
                <a16:creationId xmlns:a16="http://schemas.microsoft.com/office/drawing/2014/main" id="{6B9D20C7-275B-4510-038C-1A6758C3A143}"/>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2544476">
                <a:tc>
                  <a:txBody>
                    <a:bodyPr/>
                    <a:lstStyle/>
                    <a:p>
                      <a:pPr algn="ctr"/>
                      <a:r>
                        <a:rPr kumimoji="0" lang="en-US" sz="3200" b="0" i="0" u="none" strike="noStrike" kern="1200" cap="none" spc="0" normalizeH="0" baseline="0" noProof="0">
                          <a:ln>
                            <a:noFill/>
                          </a:ln>
                          <a:solidFill>
                            <a:prstClr val="black"/>
                          </a:solidFill>
                          <a:effectLst/>
                          <a:uLnTx/>
                          <a:uFillTx/>
                          <a:latin typeface="Century Gothic" panose="020B0502020202020204"/>
                          <a:ea typeface="+mn-ea"/>
                          <a:cs typeface="+mn-cs"/>
                        </a:rPr>
                        <a:t>*delete*</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
        <p:nvSpPr>
          <p:cNvPr id="5" name="Rectangle 4">
            <a:extLst>
              <a:ext uri="{FF2B5EF4-FFF2-40B4-BE49-F238E27FC236}">
                <a16:creationId xmlns:a16="http://schemas.microsoft.com/office/drawing/2014/main" id="{F7A10F76-D784-CDD3-394F-7AD4713C7F50}"/>
              </a:ext>
            </a:extLst>
          </p:cNvPr>
          <p:cNvSpPr/>
          <p:nvPr/>
        </p:nvSpPr>
        <p:spPr>
          <a:xfrm>
            <a:off x="676592" y="3069321"/>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27;</a:t>
            </a:r>
          </a:p>
          <a:p>
            <a:r>
              <a:rPr lang="en-US" sz="2400">
                <a:latin typeface="Courier New" panose="02070309020205020404" pitchFamily="49" charset="0"/>
                <a:cs typeface="Courier New" panose="02070309020205020404" pitchFamily="49" charset="0"/>
              </a:rPr>
              <a:t>age = 28; </a:t>
            </a:r>
          </a:p>
        </p:txBody>
      </p:sp>
    </p:spTree>
    <p:extLst>
      <p:ext uri="{BB962C8B-B14F-4D97-AF65-F5344CB8AC3E}">
        <p14:creationId xmlns:p14="http://schemas.microsoft.com/office/powerpoint/2010/main" val="23451995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lstStyle/>
          <a:p>
            <a:r>
              <a:rPr lang="en-US"/>
              <a:t>Re-assignment</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400"/>
              <a:t>An int takes up 4 Bytes, so the value is stored there.</a:t>
            </a:r>
          </a:p>
        </p:txBody>
      </p:sp>
      <p:sp>
        <p:nvSpPr>
          <p:cNvPr id="8" name="Content Placeholder 7">
            <a:extLst>
              <a:ext uri="{FF2B5EF4-FFF2-40B4-BE49-F238E27FC236}">
                <a16:creationId xmlns:a16="http://schemas.microsoft.com/office/drawing/2014/main" id="{3D46518E-CF11-6807-A998-EB5F1F9789B7}"/>
              </a:ext>
            </a:extLst>
          </p:cNvPr>
          <p:cNvSpPr>
            <a:spLocks noGrp="1"/>
          </p:cNvSpPr>
          <p:nvPr>
            <p:ph sz="quarter" idx="14"/>
          </p:nvPr>
        </p:nvSpPr>
        <p:spPr/>
        <p:txBody>
          <a:bodyPr/>
          <a:lstStyle/>
          <a:p>
            <a:endParaRPr lang="en-US"/>
          </a:p>
        </p:txBody>
      </p:sp>
      <p:graphicFrame>
        <p:nvGraphicFramePr>
          <p:cNvPr id="4" name="Table 3">
            <a:extLst>
              <a:ext uri="{FF2B5EF4-FFF2-40B4-BE49-F238E27FC236}">
                <a16:creationId xmlns:a16="http://schemas.microsoft.com/office/drawing/2014/main" id="{3629C782-626A-DBFF-CD9F-206F643DBD71}"/>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2544476">
                <a:tc>
                  <a:txBody>
                    <a:bodyPr/>
                    <a:lstStyle/>
                    <a:p>
                      <a:pPr algn="ctr"/>
                      <a:r>
                        <a:rPr kumimoji="0" lang="en-US" sz="3200" b="0" i="0" u="none" strike="noStrike" kern="1200" cap="none" spc="0" normalizeH="0" baseline="0" noProof="0">
                          <a:ln>
                            <a:noFill/>
                          </a:ln>
                          <a:solidFill>
                            <a:prstClr val="black"/>
                          </a:solidFill>
                          <a:effectLst/>
                          <a:uLnTx/>
                          <a:uFillTx/>
                          <a:latin typeface="Century Gothic" panose="020B0502020202020204"/>
                          <a:ea typeface="+mn-ea"/>
                          <a:cs typeface="+mn-cs"/>
                        </a:rPr>
                        <a:t>28</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
        <p:nvSpPr>
          <p:cNvPr id="5" name="Rectangle 4">
            <a:extLst>
              <a:ext uri="{FF2B5EF4-FFF2-40B4-BE49-F238E27FC236}">
                <a16:creationId xmlns:a16="http://schemas.microsoft.com/office/drawing/2014/main" id="{F7A10F76-D784-CDD3-394F-7AD4713C7F50}"/>
              </a:ext>
            </a:extLst>
          </p:cNvPr>
          <p:cNvSpPr/>
          <p:nvPr/>
        </p:nvSpPr>
        <p:spPr>
          <a:xfrm>
            <a:off x="676592" y="3069321"/>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27;</a:t>
            </a:r>
          </a:p>
          <a:p>
            <a:r>
              <a:rPr lang="en-US" sz="2400">
                <a:latin typeface="Courier New" panose="02070309020205020404" pitchFamily="49" charset="0"/>
                <a:cs typeface="Courier New" panose="02070309020205020404" pitchFamily="49" charset="0"/>
              </a:rPr>
              <a:t>age = 28; </a:t>
            </a:r>
          </a:p>
        </p:txBody>
      </p:sp>
    </p:spTree>
    <p:extLst>
      <p:ext uri="{BB962C8B-B14F-4D97-AF65-F5344CB8AC3E}">
        <p14:creationId xmlns:p14="http://schemas.microsoft.com/office/powerpoint/2010/main" val="37194989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Variable Rules Part 1</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11205118" cy="4137189"/>
          </a:xfrm>
        </p:spPr>
        <p:txBody>
          <a:bodyPr>
            <a:noAutofit/>
          </a:bodyPr>
          <a:lstStyle/>
          <a:p>
            <a:pPr marL="285750" indent="-285750">
              <a:buFont typeface="Arial" panose="020B0604020202020204" pitchFamily="34" charset="0"/>
              <a:buChar char="•"/>
            </a:pPr>
            <a:r>
              <a:rPr lang="en-US" sz="2800"/>
              <a:t>You must DECLARE a variable before you can assign to it.</a:t>
            </a:r>
          </a:p>
          <a:p>
            <a:pPr marL="285750" indent="-285750">
              <a:buFont typeface="Arial" panose="020B0604020202020204" pitchFamily="34" charset="0"/>
              <a:buChar char="•"/>
            </a:pPr>
            <a:r>
              <a:rPr lang="en-US" sz="2800"/>
              <a:t>You can only declare a variable once.</a:t>
            </a:r>
          </a:p>
          <a:p>
            <a:pPr marL="285750" indent="-285750">
              <a:buFont typeface="Arial" panose="020B0604020202020204" pitchFamily="34" charset="0"/>
              <a:buChar char="•"/>
            </a:pPr>
            <a:r>
              <a:rPr lang="en-US" sz="2800"/>
              <a:t>Your DATA TYPE must match the data that will be assigned.</a:t>
            </a:r>
          </a:p>
          <a:p>
            <a:pPr marL="285750" indent="-285750">
              <a:buFont typeface="Arial" panose="020B0604020202020204" pitchFamily="34" charset="0"/>
              <a:buChar char="•"/>
            </a:pPr>
            <a:r>
              <a:rPr lang="en-US" sz="2800"/>
              <a:t>You must INITIALIZE a variable by assigning it a value before you can use it.</a:t>
            </a:r>
          </a:p>
          <a:p>
            <a:pPr marL="285750" indent="-285750">
              <a:buFont typeface="Arial" panose="020B0604020202020204" pitchFamily="34" charset="0"/>
              <a:buChar char="•"/>
            </a:pPr>
            <a:r>
              <a:rPr lang="en-US" sz="2800"/>
              <a:t>You can reassign values as much as you want.</a:t>
            </a:r>
          </a:p>
        </p:txBody>
      </p:sp>
    </p:spTree>
    <p:extLst>
      <p:ext uri="{BB962C8B-B14F-4D97-AF65-F5344CB8AC3E}">
        <p14:creationId xmlns:p14="http://schemas.microsoft.com/office/powerpoint/2010/main" val="3080700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Variable Rules Part 2</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11205118" cy="4137189"/>
          </a:xfrm>
        </p:spPr>
        <p:txBody>
          <a:bodyPr>
            <a:noAutofit/>
          </a:bodyPr>
          <a:lstStyle/>
          <a:p>
            <a:pPr marL="285750" indent="-285750">
              <a:buFont typeface="Arial" panose="020B0604020202020204" pitchFamily="34" charset="0"/>
              <a:buChar char="•"/>
            </a:pPr>
            <a:r>
              <a:rPr lang="en-US" sz="2800"/>
              <a:t>You can’t start a variable name with a number</a:t>
            </a:r>
          </a:p>
          <a:p>
            <a:pPr marL="285750" indent="-285750">
              <a:buFont typeface="Arial" panose="020B0604020202020204" pitchFamily="34" charset="0"/>
              <a:buChar char="•"/>
            </a:pPr>
            <a:r>
              <a:rPr lang="en-US" sz="2800"/>
              <a:t>You can’t use some keywords as variable names (EX: int, string…)</a:t>
            </a:r>
          </a:p>
          <a:p>
            <a:pPr marL="285750" indent="-285750">
              <a:buFont typeface="Arial" panose="020B0604020202020204" pitchFamily="34" charset="0"/>
              <a:buChar char="•"/>
            </a:pPr>
            <a:r>
              <a:rPr lang="en-US" sz="2800"/>
              <a:t>You can declare a variable anywhere within your code, but they tend to be found at the top</a:t>
            </a:r>
          </a:p>
          <a:p>
            <a:pPr marL="285750" indent="-285750">
              <a:buFont typeface="Arial" panose="020B0604020202020204" pitchFamily="34" charset="0"/>
              <a:buChar char="•"/>
            </a:pPr>
            <a:r>
              <a:rPr lang="en-US" sz="2800"/>
              <a:t>Variable names are meant for HUMANS. Computers don’t care, so make sure your variables are named things that make sense</a:t>
            </a:r>
          </a:p>
          <a:p>
            <a:pPr marL="285750" indent="-285750">
              <a:buFont typeface="Arial" panose="020B0604020202020204" pitchFamily="34" charset="0"/>
              <a:buChar char="•"/>
            </a:pPr>
            <a:r>
              <a:rPr lang="en-US" sz="2800"/>
              <a:t>Use camelCase when naming variables.</a:t>
            </a:r>
          </a:p>
        </p:txBody>
      </p:sp>
    </p:spTree>
    <p:extLst>
      <p:ext uri="{BB962C8B-B14F-4D97-AF65-F5344CB8AC3E}">
        <p14:creationId xmlns:p14="http://schemas.microsoft.com/office/powerpoint/2010/main" val="409455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05522"/>
          </a:xfrm>
        </p:spPr>
        <p:txBody>
          <a:bodyPr>
            <a:normAutofit fontScale="90000"/>
          </a:bodyPr>
          <a:lstStyle/>
          <a:p>
            <a:r>
              <a:rPr lang="en-US"/>
              <a:t>Variable Example</a:t>
            </a:r>
          </a:p>
        </p:txBody>
      </p:sp>
      <p:sp>
        <p:nvSpPr>
          <p:cNvPr id="4" name="Rectangle 3">
            <a:extLst>
              <a:ext uri="{FF2B5EF4-FFF2-40B4-BE49-F238E27FC236}">
                <a16:creationId xmlns:a16="http://schemas.microsoft.com/office/drawing/2014/main" id="{B36C434A-D0E5-FD4F-2DA8-E56EA211E956}"/>
              </a:ext>
            </a:extLst>
          </p:cNvPr>
          <p:cNvSpPr/>
          <p:nvPr/>
        </p:nvSpPr>
        <p:spPr>
          <a:xfrm>
            <a:off x="566057" y="1436914"/>
            <a:ext cx="11268591" cy="458551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string</a:t>
            </a:r>
            <a:r>
              <a:rPr lang="en-US" sz="2400">
                <a:solidFill>
                  <a:schemeClr val="bg1"/>
                </a:solidFill>
                <a:latin typeface="Courier New" panose="02070309020205020404" pitchFamily="49" charset="0"/>
                <a:cs typeface="Courier New" panose="02070309020205020404" pitchFamily="49" charset="0"/>
              </a:rPr>
              <a:t> </a:t>
            </a:r>
            <a:r>
              <a:rPr lang="en-US" sz="2400">
                <a:solidFill>
                  <a:schemeClr val="accent3">
                    <a:lumMod val="60000"/>
                    <a:lumOff val="40000"/>
                  </a:schemeClr>
                </a:solidFill>
                <a:latin typeface="Courier New" panose="02070309020205020404" pitchFamily="49" charset="0"/>
                <a:cs typeface="Courier New" panose="02070309020205020404" pitchFamily="49" charset="0"/>
              </a:rPr>
              <a:t>username</a:t>
            </a:r>
            <a:r>
              <a:rPr lang="en-US" sz="2400">
                <a:solidFill>
                  <a:schemeClr val="bg1"/>
                </a:solidFill>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Variable Declaration</a:t>
            </a:r>
          </a:p>
          <a:p>
            <a:r>
              <a:rPr lang="en-US" sz="2400" err="1">
                <a:solidFill>
                  <a:schemeClr val="bg1"/>
                </a:solidFill>
                <a:latin typeface="Courier New" panose="02070309020205020404" pitchFamily="49" charset="0"/>
                <a:cs typeface="Courier New" panose="02070309020205020404" pitchFamily="49" charset="0"/>
              </a:rPr>
              <a:t>cin</a:t>
            </a:r>
            <a:r>
              <a:rPr lang="en-US" sz="2400">
                <a:solidFill>
                  <a:schemeClr val="bg1"/>
                </a:solidFill>
                <a:latin typeface="Courier New" panose="02070309020205020404" pitchFamily="49" charset="0"/>
                <a:cs typeface="Courier New" panose="02070309020205020404" pitchFamily="49" charset="0"/>
              </a:rPr>
              <a:t> &gt;&gt; </a:t>
            </a:r>
            <a:r>
              <a:rPr lang="en-US" sz="2400">
                <a:solidFill>
                  <a:schemeClr val="accent3">
                    <a:lumMod val="60000"/>
                    <a:lumOff val="40000"/>
                  </a:schemeClr>
                </a:solidFill>
                <a:latin typeface="Courier New" panose="02070309020205020404" pitchFamily="49" charset="0"/>
                <a:cs typeface="Courier New" panose="02070309020205020404" pitchFamily="49" charset="0"/>
              </a:rPr>
              <a:t>username</a:t>
            </a:r>
            <a:r>
              <a:rPr lang="en-US" sz="2400">
                <a:solidFill>
                  <a:srgbClr val="92D050"/>
                </a:solidFill>
                <a:latin typeface="Courier New" panose="02070309020205020404" pitchFamily="49" charset="0"/>
                <a:cs typeface="Courier New" panose="02070309020205020404" pitchFamily="49" charset="0"/>
              </a:rPr>
              <a:t>;// Assigning a value</a:t>
            </a:r>
          </a:p>
          <a:p>
            <a:r>
              <a:rPr lang="en-US" sz="2400" err="1">
                <a:solidFill>
                  <a:schemeClr val="bg1"/>
                </a:solidFill>
                <a:latin typeface="Courier New" panose="02070309020205020404" pitchFamily="49" charset="0"/>
                <a:cs typeface="Courier New" panose="02070309020205020404" pitchFamily="49" charset="0"/>
              </a:rPr>
              <a:t>cout</a:t>
            </a:r>
            <a:r>
              <a:rPr lang="en-US" sz="2400">
                <a:solidFill>
                  <a:schemeClr val="bg1"/>
                </a:solidFill>
                <a:latin typeface="Courier New" panose="02070309020205020404" pitchFamily="49" charset="0"/>
                <a:cs typeface="Courier New" panose="02070309020205020404" pitchFamily="49" charset="0"/>
              </a:rPr>
              <a:t> &lt;&lt; "Hi " &lt;&lt; </a:t>
            </a:r>
            <a:r>
              <a:rPr lang="en-US" sz="2400">
                <a:solidFill>
                  <a:schemeClr val="accent3">
                    <a:lumMod val="60000"/>
                    <a:lumOff val="40000"/>
                  </a:schemeClr>
                </a:solidFill>
                <a:latin typeface="Courier New" panose="02070309020205020404" pitchFamily="49" charset="0"/>
                <a:cs typeface="Courier New" panose="02070309020205020404" pitchFamily="49" charset="0"/>
              </a:rPr>
              <a:t>username</a:t>
            </a:r>
            <a:r>
              <a:rPr lang="en-US" sz="2400">
                <a:solidFill>
                  <a:schemeClr val="bg1"/>
                </a:solidFill>
                <a:latin typeface="Courier New" panose="02070309020205020404" pitchFamily="49" charset="0"/>
                <a:cs typeface="Courier New" panose="02070309020205020404" pitchFamily="49" charset="0"/>
              </a:rPr>
              <a:t> &lt;&lt; </a:t>
            </a:r>
            <a:r>
              <a:rPr lang="en-US" sz="2400" err="1">
                <a:solidFill>
                  <a:schemeClr val="bg1"/>
                </a:solidFill>
                <a:latin typeface="Courier New" panose="02070309020205020404" pitchFamily="49" charset="0"/>
                <a:cs typeface="Courier New" panose="02070309020205020404" pitchFamily="49" charset="0"/>
              </a:rPr>
              <a:t>endl</a:t>
            </a:r>
            <a:r>
              <a:rPr lang="en-US" sz="2400">
                <a:solidFill>
                  <a:schemeClr val="bg1"/>
                </a:solidFill>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Using a value, gives 											back input</a:t>
            </a:r>
          </a:p>
          <a:p>
            <a:r>
              <a:rPr lang="en-US" sz="2400">
                <a:solidFill>
                  <a:schemeClr val="accent3">
                    <a:lumMod val="60000"/>
                    <a:lumOff val="40000"/>
                  </a:schemeClr>
                </a:solidFill>
                <a:latin typeface="Courier New" panose="02070309020205020404" pitchFamily="49" charset="0"/>
                <a:cs typeface="Courier New" panose="02070309020205020404" pitchFamily="49" charset="0"/>
              </a:rPr>
              <a:t>username</a:t>
            </a:r>
            <a:r>
              <a:rPr lang="en-US" sz="2400">
                <a:solidFill>
                  <a:schemeClr val="bg1"/>
                </a:solidFill>
                <a:latin typeface="Courier New" panose="02070309020205020404" pitchFamily="49" charset="0"/>
                <a:cs typeface="Courier New" panose="02070309020205020404" pitchFamily="49" charset="0"/>
              </a:rPr>
              <a:t> = "Billy"; </a:t>
            </a:r>
            <a:r>
              <a:rPr lang="en-US" sz="2400">
                <a:solidFill>
                  <a:srgbClr val="92D050"/>
                </a:solidFill>
                <a:latin typeface="Courier New" panose="02070309020205020404" pitchFamily="49" charset="0"/>
                <a:cs typeface="Courier New" panose="02070309020205020404" pitchFamily="49" charset="0"/>
              </a:rPr>
              <a:t>// Reassigning a value</a:t>
            </a:r>
          </a:p>
          <a:p>
            <a:r>
              <a:rPr lang="en-US" sz="2400" err="1">
                <a:solidFill>
                  <a:schemeClr val="bg1"/>
                </a:solidFill>
                <a:latin typeface="Courier New" panose="02070309020205020404" pitchFamily="49" charset="0"/>
                <a:cs typeface="Courier New" panose="02070309020205020404" pitchFamily="49" charset="0"/>
              </a:rPr>
              <a:t>cout</a:t>
            </a:r>
            <a:r>
              <a:rPr lang="en-US" sz="2400">
                <a:solidFill>
                  <a:schemeClr val="bg1"/>
                </a:solidFill>
                <a:latin typeface="Courier New" panose="02070309020205020404" pitchFamily="49" charset="0"/>
                <a:cs typeface="Courier New" panose="02070309020205020404" pitchFamily="49" charset="0"/>
              </a:rPr>
              <a:t> &lt;&lt; "Hi " &lt;&lt; </a:t>
            </a:r>
            <a:r>
              <a:rPr lang="en-US" sz="2400">
                <a:solidFill>
                  <a:schemeClr val="accent3">
                    <a:lumMod val="60000"/>
                    <a:lumOff val="40000"/>
                  </a:schemeClr>
                </a:solidFill>
                <a:latin typeface="Courier New" panose="02070309020205020404" pitchFamily="49" charset="0"/>
                <a:cs typeface="Courier New" panose="02070309020205020404" pitchFamily="49" charset="0"/>
              </a:rPr>
              <a:t>username</a:t>
            </a:r>
            <a:r>
              <a:rPr lang="en-US" sz="2400">
                <a:solidFill>
                  <a:schemeClr val="bg1"/>
                </a:solidFill>
                <a:latin typeface="Courier New" panose="02070309020205020404" pitchFamily="49" charset="0"/>
                <a:cs typeface="Courier New" panose="02070309020205020404" pitchFamily="49" charset="0"/>
              </a:rPr>
              <a:t> &lt;&lt; </a:t>
            </a:r>
            <a:r>
              <a:rPr lang="en-US" sz="2400" err="1">
                <a:solidFill>
                  <a:schemeClr val="bg1"/>
                </a:solidFill>
                <a:latin typeface="Courier New" panose="02070309020205020404" pitchFamily="49" charset="0"/>
                <a:cs typeface="Courier New" panose="02070309020205020404" pitchFamily="49" charset="0"/>
              </a:rPr>
              <a:t>endl</a:t>
            </a:r>
            <a:r>
              <a:rPr lang="en-US" sz="2400">
                <a:solidFill>
                  <a:schemeClr val="bg1"/>
                </a:solidFill>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Using a value, gives 										back "Billy"</a:t>
            </a:r>
          </a:p>
        </p:txBody>
      </p:sp>
    </p:spTree>
    <p:extLst>
      <p:ext uri="{BB962C8B-B14F-4D97-AF65-F5344CB8AC3E}">
        <p14:creationId xmlns:p14="http://schemas.microsoft.com/office/powerpoint/2010/main" val="339418814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An int takes up 4 Bytes. We reserve that much space.</a:t>
            </a:r>
          </a:p>
        </p:txBody>
      </p:sp>
      <p:sp>
        <p:nvSpPr>
          <p:cNvPr id="7" name="Content Placeholder 6">
            <a:extLst>
              <a:ext uri="{FF2B5EF4-FFF2-40B4-BE49-F238E27FC236}">
                <a16:creationId xmlns:a16="http://schemas.microsoft.com/office/drawing/2014/main" id="{01E0AE4B-25FB-6B2E-0AA5-EA005EB5EDB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676592" y="3069321"/>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p:txBody>
      </p:sp>
      <p:graphicFrame>
        <p:nvGraphicFramePr>
          <p:cNvPr id="10" name="Table 9">
            <a:extLst>
              <a:ext uri="{FF2B5EF4-FFF2-40B4-BE49-F238E27FC236}">
                <a16:creationId xmlns:a16="http://schemas.microsoft.com/office/drawing/2014/main" id="{48B194E8-A82A-7600-4AF8-14B21E38823A}"/>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endParaRPr lang="en-US"/>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155691578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If we try to put a string “boats” in there…</a:t>
            </a:r>
          </a:p>
          <a:p>
            <a:r>
              <a:rPr lang="en-US" sz="2800"/>
              <a:t>Each char is 1 Byte, so “boats” is 5 Bytes. </a:t>
            </a:r>
          </a:p>
        </p:txBody>
      </p:sp>
      <p:sp>
        <p:nvSpPr>
          <p:cNvPr id="9" name="Content Placeholder 8">
            <a:extLst>
              <a:ext uri="{FF2B5EF4-FFF2-40B4-BE49-F238E27FC236}">
                <a16:creationId xmlns:a16="http://schemas.microsoft.com/office/drawing/2014/main" id="{CD45B08E-5991-ED87-1B2D-C1E9DADC084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888567" y="3761652"/>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“boats”;</a:t>
            </a:r>
          </a:p>
          <a:p>
            <a:r>
              <a:rPr lang="en-US" sz="2400">
                <a:solidFill>
                  <a:srgbClr val="92D050"/>
                </a:solidFill>
                <a:latin typeface="Courier New" panose="02070309020205020404" pitchFamily="49" charset="0"/>
                <a:cs typeface="Courier New" panose="02070309020205020404" pitchFamily="49" charset="0"/>
              </a:rPr>
              <a:t>// ERROR </a:t>
            </a:r>
          </a:p>
        </p:txBody>
      </p:sp>
      <p:graphicFrame>
        <p:nvGraphicFramePr>
          <p:cNvPr id="8" name="Table 7">
            <a:extLst>
              <a:ext uri="{FF2B5EF4-FFF2-40B4-BE49-F238E27FC236}">
                <a16:creationId xmlns:a16="http://schemas.microsoft.com/office/drawing/2014/main" id="{4889D24C-2B56-03D2-9942-9D2A83D7F598}"/>
              </a:ext>
            </a:extLst>
          </p:cNvPr>
          <p:cNvGraphicFramePr>
            <a:graphicFrameLocks noGrp="1"/>
          </p:cNvGraphicFramePr>
          <p:nvPr>
            <p:extLst>
              <p:ext uri="{D42A27DB-BD31-4B8C-83A1-F6EECF244321}">
                <p14:modId xmlns:p14="http://schemas.microsoft.com/office/powerpoint/2010/main" val="113595475"/>
              </p:ext>
            </p:extLst>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b</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33570998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If we try to put a string “boats” in there…</a:t>
            </a:r>
          </a:p>
          <a:p>
            <a:r>
              <a:rPr lang="en-US" sz="2800"/>
              <a:t>Each char is 1 Byte, so “boats” is 5 Bytes. </a:t>
            </a:r>
          </a:p>
        </p:txBody>
      </p:sp>
      <p:sp>
        <p:nvSpPr>
          <p:cNvPr id="9" name="Content Placeholder 8">
            <a:extLst>
              <a:ext uri="{FF2B5EF4-FFF2-40B4-BE49-F238E27FC236}">
                <a16:creationId xmlns:a16="http://schemas.microsoft.com/office/drawing/2014/main" id="{CD45B08E-5991-ED87-1B2D-C1E9DADC084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961721" y="3761652"/>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“boats”;</a:t>
            </a:r>
          </a:p>
          <a:p>
            <a:r>
              <a:rPr lang="en-US" sz="2400">
                <a:solidFill>
                  <a:srgbClr val="92D050"/>
                </a:solidFill>
                <a:latin typeface="Courier New" panose="02070309020205020404" pitchFamily="49" charset="0"/>
                <a:cs typeface="Courier New" panose="02070309020205020404" pitchFamily="49" charset="0"/>
              </a:rPr>
              <a:t>// ERROR </a:t>
            </a:r>
          </a:p>
        </p:txBody>
      </p:sp>
      <p:graphicFrame>
        <p:nvGraphicFramePr>
          <p:cNvPr id="8" name="Table 7">
            <a:extLst>
              <a:ext uri="{FF2B5EF4-FFF2-40B4-BE49-F238E27FC236}">
                <a16:creationId xmlns:a16="http://schemas.microsoft.com/office/drawing/2014/main" id="{4889D24C-2B56-03D2-9942-9D2A83D7F598}"/>
              </a:ext>
            </a:extLst>
          </p:cNvPr>
          <p:cNvGraphicFramePr>
            <a:graphicFrameLocks noGrp="1"/>
          </p:cNvGraphicFramePr>
          <p:nvPr>
            <p:extLst>
              <p:ext uri="{D42A27DB-BD31-4B8C-83A1-F6EECF244321}">
                <p14:modId xmlns:p14="http://schemas.microsoft.com/office/powerpoint/2010/main" val="1225895577"/>
              </p:ext>
            </p:extLst>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b</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o</a:t>
                      </a: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233290203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If we try to put a string “boats” in there…</a:t>
            </a:r>
          </a:p>
          <a:p>
            <a:r>
              <a:rPr lang="en-US" sz="2800"/>
              <a:t>Each char is 1 Byte, so “boats” is 5 Bytes. </a:t>
            </a:r>
          </a:p>
        </p:txBody>
      </p:sp>
      <p:sp>
        <p:nvSpPr>
          <p:cNvPr id="9" name="Content Placeholder 8">
            <a:extLst>
              <a:ext uri="{FF2B5EF4-FFF2-40B4-BE49-F238E27FC236}">
                <a16:creationId xmlns:a16="http://schemas.microsoft.com/office/drawing/2014/main" id="{CD45B08E-5991-ED87-1B2D-C1E9DADC084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913505" y="3761652"/>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“boats”;</a:t>
            </a:r>
          </a:p>
          <a:p>
            <a:r>
              <a:rPr lang="en-US" sz="2400">
                <a:solidFill>
                  <a:srgbClr val="92D050"/>
                </a:solidFill>
                <a:latin typeface="Courier New" panose="02070309020205020404" pitchFamily="49" charset="0"/>
                <a:cs typeface="Courier New" panose="02070309020205020404" pitchFamily="49" charset="0"/>
              </a:rPr>
              <a:t>// ERROR </a:t>
            </a:r>
          </a:p>
        </p:txBody>
      </p:sp>
      <p:graphicFrame>
        <p:nvGraphicFramePr>
          <p:cNvPr id="8" name="Table 7">
            <a:extLst>
              <a:ext uri="{FF2B5EF4-FFF2-40B4-BE49-F238E27FC236}">
                <a16:creationId xmlns:a16="http://schemas.microsoft.com/office/drawing/2014/main" id="{4889D24C-2B56-03D2-9942-9D2A83D7F598}"/>
              </a:ext>
            </a:extLst>
          </p:cNvPr>
          <p:cNvGraphicFramePr>
            <a:graphicFrameLocks noGrp="1"/>
          </p:cNvGraphicFramePr>
          <p:nvPr>
            <p:extLst>
              <p:ext uri="{D42A27DB-BD31-4B8C-83A1-F6EECF244321}">
                <p14:modId xmlns:p14="http://schemas.microsoft.com/office/powerpoint/2010/main" val="1745539169"/>
              </p:ext>
            </p:extLst>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b</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o</a:t>
                      </a: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a</a:t>
                      </a: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280799449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If we try to put a string “boats” in there…</a:t>
            </a:r>
          </a:p>
          <a:p>
            <a:r>
              <a:rPr lang="en-US" sz="2800"/>
              <a:t>Each char is 1 Byte, so “boats” is 5 Bytes. </a:t>
            </a:r>
          </a:p>
        </p:txBody>
      </p:sp>
      <p:sp>
        <p:nvSpPr>
          <p:cNvPr id="9" name="Content Placeholder 8">
            <a:extLst>
              <a:ext uri="{FF2B5EF4-FFF2-40B4-BE49-F238E27FC236}">
                <a16:creationId xmlns:a16="http://schemas.microsoft.com/office/drawing/2014/main" id="{CD45B08E-5991-ED87-1B2D-C1E9DADC084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925974" y="3761652"/>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“boats”;</a:t>
            </a:r>
          </a:p>
          <a:p>
            <a:r>
              <a:rPr lang="en-US" sz="2400">
                <a:solidFill>
                  <a:srgbClr val="92D050"/>
                </a:solidFill>
                <a:latin typeface="Courier New" panose="02070309020205020404" pitchFamily="49" charset="0"/>
                <a:cs typeface="Courier New" panose="02070309020205020404" pitchFamily="49" charset="0"/>
              </a:rPr>
              <a:t>// ERROR </a:t>
            </a:r>
          </a:p>
        </p:txBody>
      </p:sp>
      <p:graphicFrame>
        <p:nvGraphicFramePr>
          <p:cNvPr id="8" name="Table 7">
            <a:extLst>
              <a:ext uri="{FF2B5EF4-FFF2-40B4-BE49-F238E27FC236}">
                <a16:creationId xmlns:a16="http://schemas.microsoft.com/office/drawing/2014/main" id="{4889D24C-2B56-03D2-9942-9D2A83D7F598}"/>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b</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o</a:t>
                      </a: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a</a:t>
                      </a: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t</a:t>
                      </a: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94413748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Why Data Type matters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If we try to put a string “boats” in there…</a:t>
            </a:r>
          </a:p>
          <a:p>
            <a:r>
              <a:rPr lang="en-US" sz="2800"/>
              <a:t>Each char is 1 Byte, so “boats” is 5 Bytes. </a:t>
            </a:r>
          </a:p>
        </p:txBody>
      </p:sp>
      <p:sp>
        <p:nvSpPr>
          <p:cNvPr id="9" name="Content Placeholder 8">
            <a:extLst>
              <a:ext uri="{FF2B5EF4-FFF2-40B4-BE49-F238E27FC236}">
                <a16:creationId xmlns:a16="http://schemas.microsoft.com/office/drawing/2014/main" id="{CD45B08E-5991-ED87-1B2D-C1E9DADC084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961721" y="3761652"/>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“boats”;</a:t>
            </a:r>
          </a:p>
          <a:p>
            <a:r>
              <a:rPr lang="en-US" sz="2400">
                <a:solidFill>
                  <a:srgbClr val="92D050"/>
                </a:solidFill>
                <a:latin typeface="Courier New" panose="02070309020205020404" pitchFamily="49" charset="0"/>
                <a:cs typeface="Courier New" panose="02070309020205020404" pitchFamily="49" charset="0"/>
              </a:rPr>
              <a:t>// ERROR </a:t>
            </a:r>
          </a:p>
        </p:txBody>
      </p:sp>
      <p:graphicFrame>
        <p:nvGraphicFramePr>
          <p:cNvPr id="8" name="Table 7">
            <a:extLst>
              <a:ext uri="{FF2B5EF4-FFF2-40B4-BE49-F238E27FC236}">
                <a16:creationId xmlns:a16="http://schemas.microsoft.com/office/drawing/2014/main" id="{4889D24C-2B56-03D2-9942-9D2A83D7F598}"/>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b</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o</a:t>
                      </a:r>
                    </a:p>
                  </a:txBody>
                  <a:tcPr anchor="ctr">
                    <a:solidFill>
                      <a:schemeClr val="accent2"/>
                    </a:solidFill>
                  </a:tcP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a</a:t>
                      </a:r>
                    </a:p>
                  </a:txBody>
                  <a:tcPr anchor="ctr">
                    <a:solidFill>
                      <a:schemeClr val="accent2"/>
                    </a:solidFill>
                  </a:tcP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t</a:t>
                      </a:r>
                    </a:p>
                  </a:txBody>
                  <a:tcPr anchor="ctr">
                    <a:solidFill>
                      <a:schemeClr val="accent2"/>
                    </a:solidFill>
                  </a:tcP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
        <p:nvSpPr>
          <p:cNvPr id="4" name="Explosion 1 3">
            <a:extLst>
              <a:ext uri="{FF2B5EF4-FFF2-40B4-BE49-F238E27FC236}">
                <a16:creationId xmlns:a16="http://schemas.microsoft.com/office/drawing/2014/main" id="{724E18BB-A640-1FEB-2E02-017EC1A9E896}"/>
              </a:ext>
            </a:extLst>
          </p:cNvPr>
          <p:cNvSpPr/>
          <p:nvPr/>
        </p:nvSpPr>
        <p:spPr>
          <a:xfrm>
            <a:off x="8108415" y="2544896"/>
            <a:ext cx="3525397" cy="2820318"/>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OVERFLOW</a:t>
            </a:r>
          </a:p>
        </p:txBody>
      </p:sp>
    </p:spTree>
    <p:extLst>
      <p:ext uri="{BB962C8B-B14F-4D97-AF65-F5344CB8AC3E}">
        <p14:creationId xmlns:p14="http://schemas.microsoft.com/office/powerpoint/2010/main" val="38140846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08EB-F80F-DBD3-0F85-A146905336B1}"/>
              </a:ext>
            </a:extLst>
          </p:cNvPr>
          <p:cNvSpPr>
            <a:spLocks noGrp="1"/>
          </p:cNvSpPr>
          <p:nvPr>
            <p:ph type="title"/>
          </p:nvPr>
        </p:nvSpPr>
        <p:spPr>
          <a:xfrm>
            <a:off x="5242425" y="466344"/>
            <a:ext cx="6241651" cy="1710354"/>
          </a:xfrm>
        </p:spPr>
        <p:txBody>
          <a:bodyPr anchor="ctr">
            <a:normAutofit/>
          </a:bodyPr>
          <a:lstStyle/>
          <a:p>
            <a:r>
              <a:rPr lang="en-US"/>
              <a:t>Pointers</a:t>
            </a:r>
          </a:p>
        </p:txBody>
      </p:sp>
      <p:pic>
        <p:nvPicPr>
          <p:cNvPr id="8" name="Picture 7" descr="White arrows painted on the asphalt">
            <a:extLst>
              <a:ext uri="{FF2B5EF4-FFF2-40B4-BE49-F238E27FC236}">
                <a16:creationId xmlns:a16="http://schemas.microsoft.com/office/drawing/2014/main" id="{DE6AE9C4-3F08-CB95-7821-C17EC0C22220}"/>
              </a:ext>
            </a:extLst>
          </p:cNvPr>
          <p:cNvPicPr>
            <a:picLocks noChangeAspect="1"/>
          </p:cNvPicPr>
          <p:nvPr/>
        </p:nvPicPr>
        <p:blipFill>
          <a:blip r:embed="rId2"/>
          <a:srcRect l="28771" r="29808" b="-1"/>
          <a:stretch/>
        </p:blipFill>
        <p:spPr>
          <a:xfrm>
            <a:off x="20" y="10"/>
            <a:ext cx="4287818" cy="6857990"/>
          </a:xfrm>
          <a:prstGeom prst="rect">
            <a:avLst/>
          </a:prstGeom>
          <a:noFill/>
        </p:spPr>
      </p:pic>
    </p:spTree>
    <p:extLst>
      <p:ext uri="{BB962C8B-B14F-4D97-AF65-F5344CB8AC3E}">
        <p14:creationId xmlns:p14="http://schemas.microsoft.com/office/powerpoint/2010/main" val="14114744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5242425" y="466344"/>
            <a:ext cx="6241651" cy="1710354"/>
          </a:xfrm>
        </p:spPr>
        <p:txBody>
          <a:bodyPr anchor="ctr">
            <a:normAutofit/>
          </a:bodyPr>
          <a:lstStyle/>
          <a:p>
            <a:r>
              <a:rPr lang="en-US"/>
              <a:t>Variable</a:t>
            </a:r>
          </a:p>
        </p:txBody>
      </p:sp>
      <p:pic>
        <p:nvPicPr>
          <p:cNvPr id="13" name="Picture 12" descr="Zigzag indicator line">
            <a:extLst>
              <a:ext uri="{FF2B5EF4-FFF2-40B4-BE49-F238E27FC236}">
                <a16:creationId xmlns:a16="http://schemas.microsoft.com/office/drawing/2014/main" id="{C9AEA247-8A6F-F2E5-564F-984D4A2998CC}"/>
              </a:ext>
            </a:extLst>
          </p:cNvPr>
          <p:cNvPicPr>
            <a:picLocks noChangeAspect="1"/>
          </p:cNvPicPr>
          <p:nvPr/>
        </p:nvPicPr>
        <p:blipFill>
          <a:blip r:embed="rId2"/>
          <a:srcRect l="26710" r="31556" b="-1"/>
          <a:stretch/>
        </p:blipFill>
        <p:spPr>
          <a:xfrm>
            <a:off x="20" y="10"/>
            <a:ext cx="4287818" cy="6857990"/>
          </a:xfrm>
          <a:prstGeom prst="rect">
            <a:avLst/>
          </a:prstGeom>
          <a:noFill/>
        </p:spPr>
      </p:pic>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5242426" y="2286000"/>
            <a:ext cx="6241650" cy="3474720"/>
          </a:xfrm>
        </p:spPr>
        <p:txBody>
          <a:bodyPr>
            <a:normAutofit/>
          </a:bodyPr>
          <a:lstStyle/>
          <a:p>
            <a:r>
              <a:rPr lang="en-US"/>
              <a:t>Technically speaking, variables don’t actually store the value assigned.</a:t>
            </a:r>
          </a:p>
          <a:p>
            <a:endParaRPr lang="en-US"/>
          </a:p>
          <a:p>
            <a:r>
              <a:rPr lang="en-US"/>
              <a:t>Variables are actually pointers. </a:t>
            </a:r>
          </a:p>
          <a:p>
            <a:r>
              <a:rPr lang="en-US"/>
              <a:t>Pointers… point at where the data is stored, as we have no idea WHERE in memory it’s stored.</a:t>
            </a:r>
          </a:p>
        </p:txBody>
      </p:sp>
    </p:spTree>
    <p:extLst>
      <p:ext uri="{BB962C8B-B14F-4D97-AF65-F5344CB8AC3E}">
        <p14:creationId xmlns:p14="http://schemas.microsoft.com/office/powerpoint/2010/main" val="391968204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you make a variable, the variable holds a “pointer” to the address that the value is stored in.</a:t>
            </a:r>
          </a:p>
        </p:txBody>
      </p:sp>
      <p:sp>
        <p:nvSpPr>
          <p:cNvPr id="8" name="Content Placeholder 7">
            <a:extLst>
              <a:ext uri="{FF2B5EF4-FFF2-40B4-BE49-F238E27FC236}">
                <a16:creationId xmlns:a16="http://schemas.microsoft.com/office/drawing/2014/main" id="{744AA1B0-D61B-7890-3384-3F05594B573C}"/>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88952"/>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txBody>
                  <a:tcPr anchor="ct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Tree>
    <p:extLst>
      <p:ext uri="{BB962C8B-B14F-4D97-AF65-F5344CB8AC3E}">
        <p14:creationId xmlns:p14="http://schemas.microsoft.com/office/powerpoint/2010/main" val="20147461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Declaring reserves a space in memory to hold an address.</a:t>
            </a:r>
          </a:p>
        </p:txBody>
      </p:sp>
      <p:sp>
        <p:nvSpPr>
          <p:cNvPr id="9" name="Content Placeholder 8">
            <a:extLst>
              <a:ext uri="{FF2B5EF4-FFF2-40B4-BE49-F238E27FC236}">
                <a16:creationId xmlns:a16="http://schemas.microsoft.com/office/drawing/2014/main" id="{A4545245-2C3F-2F39-9495-89E4CEA12AEF}"/>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____________</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txBody>
                  <a:tcPr anchor="ctr"/>
                </a:tc>
                <a:extLst>
                  <a:ext uri="{0D108BD9-81ED-4DB2-BD59-A6C34878D82A}">
                    <a16:rowId xmlns:a16="http://schemas.microsoft.com/office/drawing/2014/main" val="43386673"/>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0x28</a:t>
                      </a:r>
                    </a:p>
                  </a:txBody>
                  <a:tcPr anchor="ctr"/>
                </a:tc>
                <a:extLst>
                  <a:ext uri="{0D108BD9-81ED-4DB2-BD59-A6C34878D82A}">
                    <a16:rowId xmlns:a16="http://schemas.microsoft.com/office/drawing/2014/main" val="1953465166"/>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0x30</a:t>
                      </a:r>
                    </a:p>
                  </a:txBody>
                  <a:tcPr anchor="ctr"/>
                </a:tc>
                <a:extLst>
                  <a:ext uri="{0D108BD9-81ED-4DB2-BD59-A6C34878D82A}">
                    <a16:rowId xmlns:a16="http://schemas.microsoft.com/office/drawing/2014/main" val="332327275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0x38</a:t>
                      </a:r>
                    </a:p>
                  </a:txBody>
                  <a:tcPr anchor="ctr"/>
                </a:tc>
                <a:extLst>
                  <a:ext uri="{0D108BD9-81ED-4DB2-BD59-A6C34878D82A}">
                    <a16:rowId xmlns:a16="http://schemas.microsoft.com/office/drawing/2014/main" val="3749123649"/>
                  </a:ext>
                </a:extLst>
              </a:tr>
            </a:tbl>
          </a:graphicData>
        </a:graphic>
      </p:graphicFrame>
      <p:sp>
        <p:nvSpPr>
          <p:cNvPr id="8" name="Rounded Rectangular Callout 7">
            <a:extLst>
              <a:ext uri="{FF2B5EF4-FFF2-40B4-BE49-F238E27FC236}">
                <a16:creationId xmlns:a16="http://schemas.microsoft.com/office/drawing/2014/main" id="{6540F1A9-627F-7347-20F6-871B86069DD1}"/>
              </a:ext>
            </a:extLst>
          </p:cNvPr>
          <p:cNvSpPr/>
          <p:nvPr/>
        </p:nvSpPr>
        <p:spPr>
          <a:xfrm>
            <a:off x="9573658" y="1159448"/>
            <a:ext cx="2258458" cy="1440533"/>
          </a:xfrm>
          <a:prstGeom prst="wedgeRoundRectCallout">
            <a:avLst>
              <a:gd name="adj1" fmla="val -87662"/>
              <a:gd name="adj2" fmla="val -338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This will hold an address, but is “age”</a:t>
            </a:r>
          </a:p>
        </p:txBody>
      </p:sp>
    </p:spTree>
    <p:extLst>
      <p:ext uri="{BB962C8B-B14F-4D97-AF65-F5344CB8AC3E}">
        <p14:creationId xmlns:p14="http://schemas.microsoft.com/office/powerpoint/2010/main" val="35177308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you initialize, you reserve your memory for the data.</a:t>
            </a:r>
          </a:p>
        </p:txBody>
      </p:sp>
      <p:sp>
        <p:nvSpPr>
          <p:cNvPr id="9" name="Content Placeholder 8">
            <a:extLst>
              <a:ext uri="{FF2B5EF4-FFF2-40B4-BE49-F238E27FC236}">
                <a16:creationId xmlns:a16="http://schemas.microsoft.com/office/drawing/2014/main" id="{48E72A9A-3B89-3CEE-9FD7-226DDA1E9202}"/>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________</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__________</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1931B941-082B-B18A-4C30-09BC4E28AEA0}"/>
              </a:ext>
            </a:extLst>
          </p:cNvPr>
          <p:cNvSpPr/>
          <p:nvPr/>
        </p:nvSpPr>
        <p:spPr>
          <a:xfrm>
            <a:off x="9741280" y="4449100"/>
            <a:ext cx="2258458" cy="1440533"/>
          </a:xfrm>
          <a:prstGeom prst="wedgeRoundRectCallout">
            <a:avLst>
              <a:gd name="adj1" fmla="val -87662"/>
              <a:gd name="adj2" fmla="val -3386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0x20 is the address for this chunk, and it’s waiting for a value</a:t>
            </a:r>
          </a:p>
        </p:txBody>
      </p:sp>
    </p:spTree>
    <p:extLst>
      <p:ext uri="{BB962C8B-B14F-4D97-AF65-F5344CB8AC3E}">
        <p14:creationId xmlns:p14="http://schemas.microsoft.com/office/powerpoint/2010/main" val="226542172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You then save the address of where the data will be stored</a:t>
            </a:r>
          </a:p>
        </p:txBody>
      </p:sp>
      <p:sp>
        <p:nvSpPr>
          <p:cNvPr id="8" name="Content Placeholder 7">
            <a:extLst>
              <a:ext uri="{FF2B5EF4-FFF2-40B4-BE49-F238E27FC236}">
                <a16:creationId xmlns:a16="http://schemas.microsoft.com/office/drawing/2014/main" id="{5CBF441B-A988-B81F-CCB3-FC8BADB22DA8}"/>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__________</a:t>
                      </a:r>
                    </a:p>
                  </a:txBody>
                  <a:tcPr anchor="ctr">
                    <a:solidFill>
                      <a:schemeClr val="accent2"/>
                    </a:solidFill>
                  </a:tcPr>
                </a:tc>
                <a:extLst>
                  <a:ext uri="{0D108BD9-81ED-4DB2-BD59-A6C34878D82A}">
                    <a16:rowId xmlns:a16="http://schemas.microsoft.com/office/drawing/2014/main" val="43386673"/>
                  </a:ext>
                </a:extLst>
              </a:tr>
            </a:tbl>
          </a:graphicData>
        </a:graphic>
      </p:graphicFrame>
    </p:spTree>
    <p:extLst>
      <p:ext uri="{BB962C8B-B14F-4D97-AF65-F5344CB8AC3E}">
        <p14:creationId xmlns:p14="http://schemas.microsoft.com/office/powerpoint/2010/main" val="37886539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Then the value is stored</a:t>
            </a:r>
          </a:p>
        </p:txBody>
      </p:sp>
      <p:sp>
        <p:nvSpPr>
          <p:cNvPr id="8" name="Content Placeholder 7">
            <a:extLst>
              <a:ext uri="{FF2B5EF4-FFF2-40B4-BE49-F238E27FC236}">
                <a16:creationId xmlns:a16="http://schemas.microsoft.com/office/drawing/2014/main" id="{91C7D440-52B8-33A9-310B-A440663B82DA}"/>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Tree>
    <p:extLst>
      <p:ext uri="{BB962C8B-B14F-4D97-AF65-F5344CB8AC3E}">
        <p14:creationId xmlns:p14="http://schemas.microsoft.com/office/powerpoint/2010/main" val="7737870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you CALL the variable…</a:t>
            </a:r>
          </a:p>
        </p:txBody>
      </p:sp>
      <p:sp>
        <p:nvSpPr>
          <p:cNvPr id="8" name="Content Placeholder 7">
            <a:extLst>
              <a:ext uri="{FF2B5EF4-FFF2-40B4-BE49-F238E27FC236}">
                <a16:creationId xmlns:a16="http://schemas.microsoft.com/office/drawing/2014/main" id="{31D5F296-B4E4-C41E-FCAD-A9FF06DEDDF5}"/>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Tree>
    <p:extLst>
      <p:ext uri="{BB962C8B-B14F-4D97-AF65-F5344CB8AC3E}">
        <p14:creationId xmlns:p14="http://schemas.microsoft.com/office/powerpoint/2010/main" val="252802877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you CALL the variable…</a:t>
            </a:r>
          </a:p>
          <a:p>
            <a:r>
              <a:rPr lang="en-US" sz="2800"/>
              <a:t>It checks out the variable…</a:t>
            </a:r>
          </a:p>
        </p:txBody>
      </p:sp>
      <p:sp>
        <p:nvSpPr>
          <p:cNvPr id="9" name="Content Placeholder 8">
            <a:extLst>
              <a:ext uri="{FF2B5EF4-FFF2-40B4-BE49-F238E27FC236}">
                <a16:creationId xmlns:a16="http://schemas.microsoft.com/office/drawing/2014/main" id="{B3E17BF4-E63D-1F0C-8DA5-2F5E770B2C6E}"/>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FE387357-B95B-9763-7E2C-89D8E9547A92}"/>
              </a:ext>
            </a:extLst>
          </p:cNvPr>
          <p:cNvSpPr/>
          <p:nvPr/>
        </p:nvSpPr>
        <p:spPr>
          <a:xfrm>
            <a:off x="8835528" y="452718"/>
            <a:ext cx="2060154" cy="935407"/>
          </a:xfrm>
          <a:prstGeom prst="wedgeRoundRectCallout">
            <a:avLst>
              <a:gd name="adj1" fmla="val -63614"/>
              <a:gd name="adj2" fmla="val 58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“age” is here…</a:t>
            </a:r>
          </a:p>
          <a:p>
            <a:pPr algn="ctr"/>
            <a:r>
              <a:rPr lang="en-US"/>
              <a:t>Where is it pointing?</a:t>
            </a:r>
          </a:p>
        </p:txBody>
      </p:sp>
    </p:spTree>
    <p:extLst>
      <p:ext uri="{BB962C8B-B14F-4D97-AF65-F5344CB8AC3E}">
        <p14:creationId xmlns:p14="http://schemas.microsoft.com/office/powerpoint/2010/main" val="134408121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When you CALL the variable…</a:t>
            </a:r>
          </a:p>
          <a:p>
            <a:r>
              <a:rPr lang="en-US" sz="2800"/>
              <a:t>It checks out the variable…</a:t>
            </a:r>
          </a:p>
          <a:p>
            <a:r>
              <a:rPr lang="en-US" sz="2800"/>
              <a:t>Then looks at the address stored.</a:t>
            </a:r>
          </a:p>
        </p:txBody>
      </p:sp>
      <p:sp>
        <p:nvSpPr>
          <p:cNvPr id="9" name="Content Placeholder 8">
            <a:extLst>
              <a:ext uri="{FF2B5EF4-FFF2-40B4-BE49-F238E27FC236}">
                <a16:creationId xmlns:a16="http://schemas.microsoft.com/office/drawing/2014/main" id="{7AD257FD-F90B-B8FF-498F-260DB6729A0F}"/>
              </a:ext>
            </a:extLst>
          </p:cNvPr>
          <p:cNvSpPr>
            <a:spLocks noGrp="1"/>
          </p:cNvSpPr>
          <p:nvPr>
            <p:ph sz="quarter" idx="14"/>
          </p:nvPr>
        </p:nvSpPr>
        <p:spPr/>
        <p:txBody>
          <a:bodyPr/>
          <a:lstStyle/>
          <a:p>
            <a:endParaRPr lang="en-US"/>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FE387357-B95B-9763-7E2C-89D8E9547A92}"/>
              </a:ext>
            </a:extLst>
          </p:cNvPr>
          <p:cNvSpPr/>
          <p:nvPr/>
        </p:nvSpPr>
        <p:spPr>
          <a:xfrm>
            <a:off x="8835528" y="452718"/>
            <a:ext cx="2060154" cy="935407"/>
          </a:xfrm>
          <a:prstGeom prst="wedgeRoundRectCallout">
            <a:avLst>
              <a:gd name="adj1" fmla="val -63614"/>
              <a:gd name="adj2" fmla="val 58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Oh… it’s pointing at 0x20</a:t>
            </a:r>
          </a:p>
        </p:txBody>
      </p:sp>
      <p:grpSp>
        <p:nvGrpSpPr>
          <p:cNvPr id="16" name="Group 15">
            <a:extLst>
              <a:ext uri="{FF2B5EF4-FFF2-40B4-BE49-F238E27FC236}">
                <a16:creationId xmlns:a16="http://schemas.microsoft.com/office/drawing/2014/main" id="{DC58C21F-8ED1-EA7E-2F3B-AC741BE15095}"/>
              </a:ext>
            </a:extLst>
          </p:cNvPr>
          <p:cNvGrpSpPr/>
          <p:nvPr/>
        </p:nvGrpSpPr>
        <p:grpSpPr>
          <a:xfrm>
            <a:off x="1429822" y="1246680"/>
            <a:ext cx="7374240" cy="4394160"/>
            <a:chOff x="1429822" y="1246680"/>
            <a:chExt cx="7374240" cy="4394160"/>
          </a:xfrm>
        </p:grpSpPr>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38FABC2-6A62-F38F-00E2-2991E0D456D3}"/>
                    </a:ext>
                  </a:extLst>
                </p14:cNvPr>
                <p14:cNvContentPartPr/>
                <p14:nvPr/>
              </p14:nvContentPartPr>
              <p14:xfrm>
                <a:off x="1429822" y="1263960"/>
                <a:ext cx="6309720" cy="3445200"/>
              </p14:xfrm>
            </p:contentPart>
          </mc:Choice>
          <mc:Fallback xmlns="">
            <p:pic>
              <p:nvPicPr>
                <p:cNvPr id="7" name="Ink 6">
                  <a:extLst>
                    <a:ext uri="{FF2B5EF4-FFF2-40B4-BE49-F238E27FC236}">
                      <a16:creationId xmlns:a16="http://schemas.microsoft.com/office/drawing/2014/main" id="{138FABC2-6A62-F38F-00E2-2991E0D456D3}"/>
                    </a:ext>
                  </a:extLst>
                </p:cNvPr>
                <p:cNvPicPr/>
                <p:nvPr/>
              </p:nvPicPr>
              <p:blipFill>
                <a:blip r:embed="rId3"/>
                <a:stretch>
                  <a:fillRect/>
                </a:stretch>
              </p:blipFill>
              <p:spPr>
                <a:xfrm>
                  <a:off x="1423702" y="1257840"/>
                  <a:ext cx="6321959" cy="3457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92F0E1A4-F8A1-00AE-BE81-6C694BF9D676}"/>
                    </a:ext>
                  </a:extLst>
                </p14:cNvPr>
                <p14:cNvContentPartPr/>
                <p14:nvPr/>
              </p14:nvContentPartPr>
              <p14:xfrm>
                <a:off x="7447582" y="1246680"/>
                <a:ext cx="259200" cy="170640"/>
              </p14:xfrm>
            </p:contentPart>
          </mc:Choice>
          <mc:Fallback xmlns="">
            <p:pic>
              <p:nvPicPr>
                <p:cNvPr id="8" name="Ink 7">
                  <a:extLst>
                    <a:ext uri="{FF2B5EF4-FFF2-40B4-BE49-F238E27FC236}">
                      <a16:creationId xmlns:a16="http://schemas.microsoft.com/office/drawing/2014/main" id="{92F0E1A4-F8A1-00AE-BE81-6C694BF9D676}"/>
                    </a:ext>
                  </a:extLst>
                </p:cNvPr>
                <p:cNvPicPr/>
                <p:nvPr/>
              </p:nvPicPr>
              <p:blipFill>
                <a:blip r:embed="rId5"/>
                <a:stretch>
                  <a:fillRect/>
                </a:stretch>
              </p:blipFill>
              <p:spPr>
                <a:xfrm>
                  <a:off x="7441462" y="1240560"/>
                  <a:ext cx="2714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009A854E-1FB1-20DC-6F72-F2B411053F44}"/>
                    </a:ext>
                  </a:extLst>
                </p14:cNvPr>
                <p14:cNvContentPartPr/>
                <p14:nvPr/>
              </p14:nvContentPartPr>
              <p14:xfrm>
                <a:off x="7839622" y="1420200"/>
                <a:ext cx="731880" cy="318600"/>
              </p14:xfrm>
            </p:contentPart>
          </mc:Choice>
          <mc:Fallback xmlns="">
            <p:pic>
              <p:nvPicPr>
                <p:cNvPr id="11" name="Ink 10">
                  <a:extLst>
                    <a:ext uri="{FF2B5EF4-FFF2-40B4-BE49-F238E27FC236}">
                      <a16:creationId xmlns:a16="http://schemas.microsoft.com/office/drawing/2014/main" id="{009A854E-1FB1-20DC-6F72-F2B411053F44}"/>
                    </a:ext>
                  </a:extLst>
                </p:cNvPr>
                <p:cNvPicPr/>
                <p:nvPr/>
              </p:nvPicPr>
              <p:blipFill>
                <a:blip r:embed="rId7"/>
                <a:stretch>
                  <a:fillRect/>
                </a:stretch>
              </p:blipFill>
              <p:spPr>
                <a:xfrm>
                  <a:off x="7833502" y="1414080"/>
                  <a:ext cx="74412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211DBAE9-D02A-417B-9E0F-0093EEF8543C}"/>
                    </a:ext>
                  </a:extLst>
                </p14:cNvPr>
                <p14:cNvContentPartPr/>
                <p14:nvPr/>
              </p14:nvContentPartPr>
              <p14:xfrm>
                <a:off x="6940342" y="1678680"/>
                <a:ext cx="1002600" cy="3018600"/>
              </p14:xfrm>
            </p:contentPart>
          </mc:Choice>
          <mc:Fallback xmlns="">
            <p:pic>
              <p:nvPicPr>
                <p:cNvPr id="12" name="Ink 11">
                  <a:extLst>
                    <a:ext uri="{FF2B5EF4-FFF2-40B4-BE49-F238E27FC236}">
                      <a16:creationId xmlns:a16="http://schemas.microsoft.com/office/drawing/2014/main" id="{211DBAE9-D02A-417B-9E0F-0093EEF8543C}"/>
                    </a:ext>
                  </a:extLst>
                </p:cNvPr>
                <p:cNvPicPr/>
                <p:nvPr/>
              </p:nvPicPr>
              <p:blipFill>
                <a:blip r:embed="rId9"/>
                <a:stretch>
                  <a:fillRect/>
                </a:stretch>
              </p:blipFill>
              <p:spPr>
                <a:xfrm>
                  <a:off x="6934224" y="1672560"/>
                  <a:ext cx="1014836" cy="3030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A768AB74-31AD-6540-D5FC-396DD92E067D}"/>
                    </a:ext>
                  </a:extLst>
                </p14:cNvPr>
                <p14:cNvContentPartPr/>
                <p14:nvPr/>
              </p14:nvContentPartPr>
              <p14:xfrm>
                <a:off x="7613902" y="4534200"/>
                <a:ext cx="173160" cy="222480"/>
              </p14:xfrm>
            </p:contentPart>
          </mc:Choice>
          <mc:Fallback xmlns="">
            <p:pic>
              <p:nvPicPr>
                <p:cNvPr id="13" name="Ink 12">
                  <a:extLst>
                    <a:ext uri="{FF2B5EF4-FFF2-40B4-BE49-F238E27FC236}">
                      <a16:creationId xmlns:a16="http://schemas.microsoft.com/office/drawing/2014/main" id="{A768AB74-31AD-6540-D5FC-396DD92E067D}"/>
                    </a:ext>
                  </a:extLst>
                </p:cNvPr>
                <p:cNvPicPr/>
                <p:nvPr/>
              </p:nvPicPr>
              <p:blipFill>
                <a:blip r:embed="rId11"/>
                <a:stretch>
                  <a:fillRect/>
                </a:stretch>
              </p:blipFill>
              <p:spPr>
                <a:xfrm>
                  <a:off x="7607782" y="4528070"/>
                  <a:ext cx="185400" cy="2347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70F00F7-C6D2-91BF-8E68-906A652EF7C2}"/>
                    </a:ext>
                  </a:extLst>
                </p14:cNvPr>
                <p14:cNvContentPartPr/>
                <p14:nvPr/>
              </p14:nvContentPartPr>
              <p14:xfrm>
                <a:off x="7717942" y="4903560"/>
                <a:ext cx="1086120" cy="737280"/>
              </p14:xfrm>
            </p:contentPart>
          </mc:Choice>
          <mc:Fallback xmlns="">
            <p:pic>
              <p:nvPicPr>
                <p:cNvPr id="15" name="Ink 14">
                  <a:extLst>
                    <a:ext uri="{FF2B5EF4-FFF2-40B4-BE49-F238E27FC236}">
                      <a16:creationId xmlns:a16="http://schemas.microsoft.com/office/drawing/2014/main" id="{370F00F7-C6D2-91BF-8E68-906A652EF7C2}"/>
                    </a:ext>
                  </a:extLst>
                </p:cNvPr>
                <p:cNvPicPr/>
                <p:nvPr/>
              </p:nvPicPr>
              <p:blipFill>
                <a:blip r:embed="rId13"/>
                <a:stretch>
                  <a:fillRect/>
                </a:stretch>
              </p:blipFill>
              <p:spPr>
                <a:xfrm>
                  <a:off x="7711822" y="4897440"/>
                  <a:ext cx="1098360" cy="749520"/>
                </a:xfrm>
                <a:prstGeom prst="rect">
                  <a:avLst/>
                </a:prstGeom>
              </p:spPr>
            </p:pic>
          </mc:Fallback>
        </mc:AlternateContent>
      </p:grpSp>
    </p:spTree>
    <p:extLst>
      <p:ext uri="{BB962C8B-B14F-4D97-AF65-F5344CB8AC3E}">
        <p14:creationId xmlns:p14="http://schemas.microsoft.com/office/powerpoint/2010/main" val="7861250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It jumps to that location…</a:t>
            </a:r>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FE387357-B95B-9763-7E2C-89D8E9547A92}"/>
              </a:ext>
            </a:extLst>
          </p:cNvPr>
          <p:cNvSpPr/>
          <p:nvPr/>
        </p:nvSpPr>
        <p:spPr>
          <a:xfrm>
            <a:off x="9277969" y="3621193"/>
            <a:ext cx="2060154" cy="935407"/>
          </a:xfrm>
          <a:prstGeom prst="wedgeRoundRectCallout">
            <a:avLst>
              <a:gd name="adj1" fmla="val -63614"/>
              <a:gd name="adj2" fmla="val 58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Here’s 0x20…</a:t>
            </a:r>
          </a:p>
          <a:p>
            <a:pPr algn="ctr"/>
            <a:r>
              <a:rPr lang="en-US"/>
              <a:t>What’s stored in there?</a:t>
            </a:r>
          </a:p>
        </p:txBody>
      </p:sp>
    </p:spTree>
    <p:extLst>
      <p:ext uri="{BB962C8B-B14F-4D97-AF65-F5344CB8AC3E}">
        <p14:creationId xmlns:p14="http://schemas.microsoft.com/office/powerpoint/2010/main" val="384239703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It jumps to that location…</a:t>
            </a:r>
          </a:p>
          <a:p>
            <a:r>
              <a:rPr lang="en-US" sz="2800"/>
              <a:t>Then looks at the value stored</a:t>
            </a:r>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FE387357-B95B-9763-7E2C-89D8E9547A92}"/>
              </a:ext>
            </a:extLst>
          </p:cNvPr>
          <p:cNvSpPr/>
          <p:nvPr/>
        </p:nvSpPr>
        <p:spPr>
          <a:xfrm>
            <a:off x="9277969" y="3621193"/>
            <a:ext cx="2060154" cy="935407"/>
          </a:xfrm>
          <a:prstGeom prst="wedgeRoundRectCallout">
            <a:avLst>
              <a:gd name="adj1" fmla="val -63614"/>
              <a:gd name="adj2" fmla="val 58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It has 29.</a:t>
            </a:r>
          </a:p>
          <a:p>
            <a:pPr algn="ctr"/>
            <a:r>
              <a:rPr lang="en-US"/>
              <a:t>Got it.</a:t>
            </a:r>
          </a:p>
        </p:txBody>
      </p:sp>
    </p:spTree>
    <p:extLst>
      <p:ext uri="{BB962C8B-B14F-4D97-AF65-F5344CB8AC3E}">
        <p14:creationId xmlns:p14="http://schemas.microsoft.com/office/powerpoint/2010/main" val="343079065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710957"/>
          </a:xfrm>
        </p:spPr>
        <p:txBody>
          <a:bodyPr>
            <a:normAutofit/>
          </a:bodyPr>
          <a:lstStyle/>
          <a:p>
            <a:r>
              <a:rPr lang="en-US"/>
              <a:t>Side Note… Pointers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2800"/>
              <a:t>It jumps to that location…</a:t>
            </a:r>
          </a:p>
          <a:p>
            <a:r>
              <a:rPr lang="en-US" sz="2800"/>
              <a:t>Then looks at the value stored</a:t>
            </a:r>
          </a:p>
          <a:p>
            <a:r>
              <a:rPr lang="en-US" sz="2800"/>
              <a:t>Then it returns that value.</a:t>
            </a:r>
          </a:p>
        </p:txBody>
      </p:sp>
      <p:sp>
        <p:nvSpPr>
          <p:cNvPr id="5" name="Rectangle 4">
            <a:extLst>
              <a:ext uri="{FF2B5EF4-FFF2-40B4-BE49-F238E27FC236}">
                <a16:creationId xmlns:a16="http://schemas.microsoft.com/office/drawing/2014/main" id="{F7A10F76-D784-CDD3-394F-7AD4713C7F50}"/>
              </a:ext>
            </a:extLst>
          </p:cNvPr>
          <p:cNvSpPr/>
          <p:nvPr/>
        </p:nvSpPr>
        <p:spPr>
          <a:xfrm>
            <a:off x="202867" y="3621193"/>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a:t>
            </a:r>
          </a:p>
          <a:p>
            <a:r>
              <a:rPr lang="en-US" sz="2400">
                <a:latin typeface="Courier New" panose="02070309020205020404" pitchFamily="49" charset="0"/>
                <a:cs typeface="Courier New" panose="02070309020205020404" pitchFamily="49" charset="0"/>
              </a:rPr>
              <a:t>age = 29;</a:t>
            </a:r>
          </a:p>
          <a:p>
            <a:r>
              <a:rPr lang="en-US" sz="2400" err="1">
                <a:latin typeface="Courier New" panose="02070309020205020404" pitchFamily="49" charset="0"/>
                <a:cs typeface="Courier New" panose="02070309020205020404" pitchFamily="49" charset="0"/>
              </a:rPr>
              <a:t>Console.Write</a:t>
            </a:r>
            <a:r>
              <a:rPr lang="en-US" sz="2400">
                <a:latin typeface="Courier New" panose="02070309020205020404" pitchFamily="49" charset="0"/>
                <a:cs typeface="Courier New" panose="02070309020205020404" pitchFamily="49" charset="0"/>
              </a:rPr>
              <a:t>(age);</a:t>
            </a:r>
          </a:p>
        </p:txBody>
      </p:sp>
      <p:graphicFrame>
        <p:nvGraphicFramePr>
          <p:cNvPr id="4" name="Table 3">
            <a:extLst>
              <a:ext uri="{FF2B5EF4-FFF2-40B4-BE49-F238E27FC236}">
                <a16:creationId xmlns:a16="http://schemas.microsoft.com/office/drawing/2014/main" id="{03B2A571-BE7C-863C-37F7-CCB347195F5F}"/>
              </a:ext>
            </a:extLst>
          </p:cNvPr>
          <p:cNvGraphicFramePr>
            <a:graphicFrameLocks noGrp="1"/>
          </p:cNvGraphicFramePr>
          <p:nvPr/>
        </p:nvGraphicFramePr>
        <p:xfrm>
          <a:off x="6096000" y="1076717"/>
          <a:ext cx="4212046" cy="5092913"/>
        </p:xfrm>
        <a:graphic>
          <a:graphicData uri="http://schemas.openxmlformats.org/drawingml/2006/table">
            <a:tbl>
              <a:tblPr bandRow="1">
                <a:tableStyleId>{073A0DAA-6AF3-43AB-8588-CEC1D06C72B9}</a:tableStyleId>
              </a:tblPr>
              <a:tblGrid>
                <a:gridCol w="4212046">
                  <a:extLst>
                    <a:ext uri="{9D8B030D-6E8A-4147-A177-3AD203B41FA5}">
                      <a16:colId xmlns:a16="http://schemas.microsoft.com/office/drawing/2014/main" val="196005364"/>
                    </a:ext>
                  </a:extLst>
                </a:gridCol>
              </a:tblGrid>
              <a:tr h="636119">
                <a:tc>
                  <a:txBody>
                    <a:bodyPr/>
                    <a:lstStyle/>
                    <a:p>
                      <a:pPr algn="ctr"/>
                      <a:r>
                        <a:rPr lang="en-US"/>
                        <a:t>0x00</a:t>
                      </a:r>
                    </a:p>
                    <a:p>
                      <a:pPr algn="ctr"/>
                      <a:r>
                        <a:rPr lang="en-US"/>
                        <a:t>0x20</a:t>
                      </a:r>
                    </a:p>
                  </a:txBody>
                  <a:tcPr anchor="ctr">
                    <a:solidFill>
                      <a:schemeClr val="accent2"/>
                    </a:solidFill>
                  </a:tcPr>
                </a:tc>
                <a:extLst>
                  <a:ext uri="{0D108BD9-81ED-4DB2-BD59-A6C34878D82A}">
                    <a16:rowId xmlns:a16="http://schemas.microsoft.com/office/drawing/2014/main" val="4209492897"/>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0x08</a:t>
                      </a:r>
                    </a:p>
                  </a:txBody>
                  <a:tcPr anchor="ctr"/>
                </a:tc>
                <a:extLst>
                  <a:ext uri="{0D108BD9-81ED-4DB2-BD59-A6C34878D82A}">
                    <a16:rowId xmlns:a16="http://schemas.microsoft.com/office/drawing/2014/main" val="2200816888"/>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0x10</a:t>
                      </a:r>
                    </a:p>
                  </a:txBody>
                  <a:tcPr anchor="ctr"/>
                </a:tc>
                <a:extLst>
                  <a:ext uri="{0D108BD9-81ED-4DB2-BD59-A6C34878D82A}">
                    <a16:rowId xmlns:a16="http://schemas.microsoft.com/office/drawing/2014/main" val="1084227749"/>
                  </a:ext>
                </a:extLst>
              </a:tr>
              <a:tr h="63611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0x18</a:t>
                      </a:r>
                    </a:p>
                  </a:txBody>
                  <a:tcPr anchor="ctr"/>
                </a:tc>
                <a:extLst>
                  <a:ext uri="{0D108BD9-81ED-4DB2-BD59-A6C34878D82A}">
                    <a16:rowId xmlns:a16="http://schemas.microsoft.com/office/drawing/2014/main" val="3928730042"/>
                  </a:ext>
                </a:extLst>
              </a:tr>
              <a:tr h="254447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0x20</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rPr>
                        <a:t>29</a:t>
                      </a:r>
                    </a:p>
                  </a:txBody>
                  <a:tcPr anchor="ctr">
                    <a:solidFill>
                      <a:schemeClr val="accent2"/>
                    </a:solidFill>
                  </a:tcPr>
                </a:tc>
                <a:extLst>
                  <a:ext uri="{0D108BD9-81ED-4DB2-BD59-A6C34878D82A}">
                    <a16:rowId xmlns:a16="http://schemas.microsoft.com/office/drawing/2014/main" val="43386673"/>
                  </a:ext>
                </a:extLst>
              </a:tr>
            </a:tbl>
          </a:graphicData>
        </a:graphic>
      </p:graphicFrame>
      <p:sp>
        <p:nvSpPr>
          <p:cNvPr id="6" name="Rounded Rectangular Callout 5">
            <a:extLst>
              <a:ext uri="{FF2B5EF4-FFF2-40B4-BE49-F238E27FC236}">
                <a16:creationId xmlns:a16="http://schemas.microsoft.com/office/drawing/2014/main" id="{FE387357-B95B-9763-7E2C-89D8E9547A92}"/>
              </a:ext>
            </a:extLst>
          </p:cNvPr>
          <p:cNvSpPr/>
          <p:nvPr/>
        </p:nvSpPr>
        <p:spPr>
          <a:xfrm>
            <a:off x="9277969" y="3621193"/>
            <a:ext cx="2060154" cy="935407"/>
          </a:xfrm>
          <a:prstGeom prst="wedgeRoundRectCallout">
            <a:avLst>
              <a:gd name="adj1" fmla="val -63614"/>
              <a:gd name="adj2" fmla="val 5896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It has 29.</a:t>
            </a:r>
          </a:p>
          <a:p>
            <a:pPr algn="ctr"/>
            <a:r>
              <a:rPr lang="en-US"/>
              <a:t>Got it.</a:t>
            </a:r>
          </a:p>
        </p:txBody>
      </p:sp>
    </p:spTree>
    <p:extLst>
      <p:ext uri="{BB962C8B-B14F-4D97-AF65-F5344CB8AC3E}">
        <p14:creationId xmlns:p14="http://schemas.microsoft.com/office/powerpoint/2010/main" val="432946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6C8C3-858F-DC4B-EAB1-DA7607723F01}"/>
              </a:ext>
            </a:extLst>
          </p:cNvPr>
          <p:cNvSpPr>
            <a:spLocks noGrp="1"/>
          </p:cNvSpPr>
          <p:nvPr>
            <p:ph type="title"/>
          </p:nvPr>
        </p:nvSpPr>
        <p:spPr>
          <a:xfrm>
            <a:off x="838200" y="365125"/>
            <a:ext cx="10515600" cy="1325563"/>
          </a:xfrm>
        </p:spPr>
        <p:txBody>
          <a:bodyPr anchor="ctr">
            <a:normAutofit/>
          </a:bodyPr>
          <a:lstStyle/>
          <a:p>
            <a:r>
              <a:rPr lang="en-US"/>
              <a:t>When programming…</a:t>
            </a:r>
          </a:p>
        </p:txBody>
      </p:sp>
      <p:sp>
        <p:nvSpPr>
          <p:cNvPr id="3" name="Content Placeholder 2">
            <a:extLst>
              <a:ext uri="{FF2B5EF4-FFF2-40B4-BE49-F238E27FC236}">
                <a16:creationId xmlns:a16="http://schemas.microsoft.com/office/drawing/2014/main" id="{A5608A71-6777-8E43-6334-EB353378CE98}"/>
              </a:ext>
            </a:extLst>
          </p:cNvPr>
          <p:cNvSpPr>
            <a:spLocks noGrp="1"/>
          </p:cNvSpPr>
          <p:nvPr>
            <p:ph idx="1"/>
          </p:nvPr>
        </p:nvSpPr>
        <p:spPr>
          <a:xfrm>
            <a:off x="838200" y="1825625"/>
            <a:ext cx="10515600" cy="4351338"/>
          </a:xfrm>
        </p:spPr>
        <p:txBody>
          <a:bodyPr>
            <a:normAutofit/>
          </a:bodyPr>
          <a:lstStyle/>
          <a:p>
            <a:r>
              <a:rPr lang="en-US"/>
              <a:t>Most of the time you can just ignore the pointer stuff. The compiler handles it all for you.</a:t>
            </a:r>
          </a:p>
          <a:p>
            <a:r>
              <a:rPr lang="en-US"/>
              <a:t>But there are going to be a few times where this is important to understand.</a:t>
            </a:r>
          </a:p>
        </p:txBody>
      </p:sp>
    </p:spTree>
    <p:extLst>
      <p:ext uri="{BB962C8B-B14F-4D97-AF65-F5344CB8AC3E}">
        <p14:creationId xmlns:p14="http://schemas.microsoft.com/office/powerpoint/2010/main" val="189985784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08EB-F80F-DBD3-0F85-A146905336B1}"/>
              </a:ext>
            </a:extLst>
          </p:cNvPr>
          <p:cNvSpPr>
            <a:spLocks noGrp="1"/>
          </p:cNvSpPr>
          <p:nvPr>
            <p:ph type="title"/>
          </p:nvPr>
        </p:nvSpPr>
        <p:spPr>
          <a:xfrm>
            <a:off x="653667" y="701800"/>
            <a:ext cx="7491600" cy="5454400"/>
          </a:xfrm>
        </p:spPr>
        <p:txBody>
          <a:bodyPr wrap="square" anchor="ctr">
            <a:normAutofit/>
          </a:bodyPr>
          <a:lstStyle/>
          <a:p>
            <a:r>
              <a:rPr lang="en-US"/>
              <a:t>Back to the main topic</a:t>
            </a:r>
          </a:p>
        </p:txBody>
      </p:sp>
    </p:spTree>
    <p:extLst>
      <p:ext uri="{BB962C8B-B14F-4D97-AF65-F5344CB8AC3E}">
        <p14:creationId xmlns:p14="http://schemas.microsoft.com/office/powerpoint/2010/main" val="4451767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normAutofit/>
          </a:bodyPr>
          <a:lstStyle/>
          <a:p>
            <a:r>
              <a:rPr lang="en-US"/>
              <a:t>Declaration / Initialization at the same time.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p:txBody>
          <a:bodyPr>
            <a:normAutofit/>
          </a:bodyPr>
          <a:lstStyle/>
          <a:p>
            <a:r>
              <a:rPr lang="en-US" sz="3200"/>
              <a:t>You can declare and initialize a variable on the same line.</a:t>
            </a:r>
          </a:p>
          <a:p>
            <a:endParaRPr lang="en-US" sz="3200"/>
          </a:p>
          <a:p>
            <a:r>
              <a:rPr lang="en-US" sz="3200"/>
              <a:t>You can also declare and multiple variables in the same line, but to keep things simple, let’s ignore this.</a:t>
            </a:r>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5;</a:t>
            </a:r>
          </a:p>
        </p:txBody>
      </p:sp>
    </p:spTree>
    <p:extLst>
      <p:ext uri="{BB962C8B-B14F-4D97-AF65-F5344CB8AC3E}">
        <p14:creationId xmlns:p14="http://schemas.microsoft.com/office/powerpoint/2010/main" val="117231439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838200" y="365760"/>
            <a:ext cx="10515600" cy="1325880"/>
          </a:xfrm>
        </p:spPr>
        <p:txBody>
          <a:bodyPr>
            <a:normAutofit/>
          </a:bodyPr>
          <a:lstStyle/>
          <a:p>
            <a:r>
              <a:rPr lang="en-US"/>
              <a:t>Assigning a variable the value of a variable</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5212079" cy="4137189"/>
          </a:xfrm>
        </p:spPr>
        <p:txBody>
          <a:bodyPr>
            <a:normAutofit/>
          </a:bodyPr>
          <a:lstStyle/>
          <a:p>
            <a:r>
              <a:rPr lang="en-US" sz="2800"/>
              <a:t>You can assign a variable the value of a variable. It makes a COPY of it.</a:t>
            </a:r>
          </a:p>
          <a:p>
            <a:r>
              <a:rPr lang="en-US" sz="2800"/>
              <a:t>X does NOT equal Y here.</a:t>
            </a:r>
          </a:p>
          <a:p>
            <a:r>
              <a:rPr lang="en-US" sz="2800"/>
              <a:t>X equals the VALUE inside of Y.</a:t>
            </a:r>
          </a:p>
        </p:txBody>
      </p:sp>
      <p:sp>
        <p:nvSpPr>
          <p:cNvPr id="4" name="Rectangle 3">
            <a:extLst>
              <a:ext uri="{FF2B5EF4-FFF2-40B4-BE49-F238E27FC236}">
                <a16:creationId xmlns:a16="http://schemas.microsoft.com/office/drawing/2014/main" id="{B36C434A-D0E5-FD4F-2DA8-E56EA211E956}"/>
              </a:ext>
            </a:extLst>
          </p:cNvPr>
          <p:cNvSpPr/>
          <p:nvPr/>
        </p:nvSpPr>
        <p:spPr>
          <a:xfrm>
            <a:off x="7746124" y="2926080"/>
            <a:ext cx="408852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5;</a:t>
            </a:r>
          </a:p>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y = 2;</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x = y;</a:t>
            </a:r>
          </a:p>
        </p:txBody>
      </p:sp>
    </p:spTree>
    <p:extLst>
      <p:ext uri="{BB962C8B-B14F-4D97-AF65-F5344CB8AC3E}">
        <p14:creationId xmlns:p14="http://schemas.microsoft.com/office/powerpoint/2010/main" val="122793531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08EB-F80F-DBD3-0F85-A146905336B1}"/>
              </a:ext>
            </a:extLst>
          </p:cNvPr>
          <p:cNvSpPr>
            <a:spLocks noGrp="1"/>
          </p:cNvSpPr>
          <p:nvPr>
            <p:ph type="ctrTitle"/>
          </p:nvPr>
        </p:nvSpPr>
        <p:spPr>
          <a:xfrm>
            <a:off x="1117600" y="762000"/>
            <a:ext cx="5066250" cy="2900680"/>
          </a:xfrm>
        </p:spPr>
        <p:txBody>
          <a:bodyPr anchor="b">
            <a:normAutofit/>
          </a:bodyPr>
          <a:lstStyle/>
          <a:p>
            <a:r>
              <a:rPr lang="en-US"/>
              <a:t>Some examples</a:t>
            </a:r>
          </a:p>
        </p:txBody>
      </p:sp>
      <p:pic>
        <p:nvPicPr>
          <p:cNvPr id="13" name="Picture 12" descr="Complex maths formulae on a blackboard">
            <a:extLst>
              <a:ext uri="{FF2B5EF4-FFF2-40B4-BE49-F238E27FC236}">
                <a16:creationId xmlns:a16="http://schemas.microsoft.com/office/drawing/2014/main" id="{42B0BA25-B82E-2B38-13C6-D6207B1B5077}"/>
              </a:ext>
            </a:extLst>
          </p:cNvPr>
          <p:cNvPicPr>
            <a:picLocks noChangeAspect="1"/>
          </p:cNvPicPr>
          <p:nvPr/>
        </p:nvPicPr>
        <p:blipFill>
          <a:blip r:embed="rId2"/>
          <a:srcRect l="24806" r="10886" b="2"/>
          <a:stretch/>
        </p:blipFill>
        <p:spPr>
          <a:xfrm>
            <a:off x="6086167" y="-22225"/>
            <a:ext cx="6080760" cy="6902450"/>
          </a:xfrm>
          <a:prstGeom prst="parallelogram">
            <a:avLst/>
          </a:prstGeom>
          <a:noFill/>
          <a:ln>
            <a:noFill/>
          </a:ln>
        </p:spPr>
      </p:pic>
      <p:sp>
        <p:nvSpPr>
          <p:cNvPr id="12" name="Subtitle 3">
            <a:extLst>
              <a:ext uri="{FF2B5EF4-FFF2-40B4-BE49-F238E27FC236}">
                <a16:creationId xmlns:a16="http://schemas.microsoft.com/office/drawing/2014/main" id="{4B0827FC-2335-F61C-1523-E8AE358F6D0F}"/>
              </a:ext>
            </a:extLst>
          </p:cNvPr>
          <p:cNvSpPr>
            <a:spLocks noGrp="1"/>
          </p:cNvSpPr>
          <p:nvPr>
            <p:ph type="subTitle" idx="1"/>
          </p:nvPr>
        </p:nvSpPr>
        <p:spPr>
          <a:xfrm>
            <a:off x="1117600" y="4145280"/>
            <a:ext cx="5066250" cy="690880"/>
          </a:xfrm>
        </p:spPr>
        <p:txBody>
          <a:bodyPr/>
          <a:lstStyle/>
          <a:p>
            <a:endParaRPr lang="en-US"/>
          </a:p>
        </p:txBody>
      </p:sp>
    </p:spTree>
    <p:extLst>
      <p:ext uri="{BB962C8B-B14F-4D97-AF65-F5344CB8AC3E}">
        <p14:creationId xmlns:p14="http://schemas.microsoft.com/office/powerpoint/2010/main" val="30202165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p:txBody>
          <a:bodyPr/>
          <a:lstStyle/>
          <a:p>
            <a:r>
              <a:rPr lang="en-US"/>
              <a:t>Questions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sz="quarter" idx="13"/>
          </p:nvPr>
        </p:nvSpPr>
        <p:spPr>
          <a:xfrm>
            <a:off x="838199" y="2024781"/>
            <a:ext cx="10959791" cy="4137189"/>
          </a:xfrm>
        </p:spPr>
        <p:txBody>
          <a:bodyPr>
            <a:normAutofit/>
          </a:bodyPr>
          <a:lstStyle/>
          <a:p>
            <a:r>
              <a:rPr lang="en-US" sz="3200"/>
              <a:t>Name the three things all variables have</a:t>
            </a:r>
          </a:p>
          <a:p>
            <a:r>
              <a:rPr lang="en-US" sz="3200"/>
              <a:t>T/F: Variables must always be declared before being used.</a:t>
            </a:r>
          </a:p>
          <a:p>
            <a:r>
              <a:rPr lang="en-US" sz="3200"/>
              <a:t>Can you redeclare a variable?</a:t>
            </a:r>
          </a:p>
          <a:p>
            <a:r>
              <a:rPr lang="en-US" sz="3200"/>
              <a:t>Can you reassign the value of a variable?</a:t>
            </a:r>
          </a:p>
        </p:txBody>
      </p:sp>
    </p:spTree>
    <p:extLst>
      <p:ext uri="{BB962C8B-B14F-4D97-AF65-F5344CB8AC3E}">
        <p14:creationId xmlns:p14="http://schemas.microsoft.com/office/powerpoint/2010/main" val="355493721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A341F-2F2F-C812-EDFF-F030D7B14E4C}"/>
              </a:ext>
            </a:extLst>
          </p:cNvPr>
          <p:cNvSpPr>
            <a:spLocks noGrp="1"/>
          </p:cNvSpPr>
          <p:nvPr>
            <p:ph type="ctrTitle"/>
          </p:nvPr>
        </p:nvSpPr>
        <p:spPr>
          <a:xfrm>
            <a:off x="1117600" y="762000"/>
            <a:ext cx="5066250" cy="2900680"/>
          </a:xfrm>
        </p:spPr>
        <p:txBody>
          <a:bodyPr anchor="b">
            <a:normAutofit/>
          </a:bodyPr>
          <a:lstStyle/>
          <a:p>
            <a:r>
              <a:rPr lang="en-US"/>
              <a:t>Control Structures</a:t>
            </a:r>
          </a:p>
        </p:txBody>
      </p:sp>
      <p:pic>
        <p:nvPicPr>
          <p:cNvPr id="5" name="Picture 4">
            <a:extLst>
              <a:ext uri="{FF2B5EF4-FFF2-40B4-BE49-F238E27FC236}">
                <a16:creationId xmlns:a16="http://schemas.microsoft.com/office/drawing/2014/main" id="{68361E46-0A12-7F13-F816-6426A0475CF0}"/>
              </a:ext>
            </a:extLst>
          </p:cNvPr>
          <p:cNvPicPr>
            <a:picLocks noChangeAspect="1"/>
          </p:cNvPicPr>
          <p:nvPr/>
        </p:nvPicPr>
        <p:blipFill>
          <a:blip r:embed="rId2"/>
          <a:srcRect l="9831" r="4277" b="2"/>
          <a:stretch/>
        </p:blipFill>
        <p:spPr>
          <a:xfrm>
            <a:off x="6086167" y="-22225"/>
            <a:ext cx="6080760" cy="6902450"/>
          </a:xfrm>
          <a:prstGeom prst="parallelogram">
            <a:avLst/>
          </a:prstGeom>
          <a:noFill/>
          <a:ln>
            <a:noFill/>
          </a:ln>
        </p:spPr>
      </p:pic>
      <p:sp>
        <p:nvSpPr>
          <p:cNvPr id="3" name="Subtitle 2">
            <a:extLst>
              <a:ext uri="{FF2B5EF4-FFF2-40B4-BE49-F238E27FC236}">
                <a16:creationId xmlns:a16="http://schemas.microsoft.com/office/drawing/2014/main" id="{63BAD2BD-8553-7D19-D4EF-EC1AA9D5FAD8}"/>
              </a:ext>
            </a:extLst>
          </p:cNvPr>
          <p:cNvSpPr>
            <a:spLocks noGrp="1"/>
          </p:cNvSpPr>
          <p:nvPr>
            <p:ph type="subTitle" idx="1"/>
          </p:nvPr>
        </p:nvSpPr>
        <p:spPr>
          <a:xfrm>
            <a:off x="1117600" y="4145280"/>
            <a:ext cx="5066250" cy="690880"/>
          </a:xfrm>
        </p:spPr>
        <p:txBody>
          <a:bodyPr anchor="ctr">
            <a:normAutofit/>
          </a:bodyPr>
          <a:lstStyle/>
          <a:p>
            <a:r>
              <a:rPr lang="en-US" sz="2000"/>
              <a:t>AI is secretly just a ton of If statements</a:t>
            </a:r>
          </a:p>
        </p:txBody>
      </p:sp>
    </p:spTree>
    <p:extLst>
      <p:ext uri="{BB962C8B-B14F-4D97-AF65-F5344CB8AC3E}">
        <p14:creationId xmlns:p14="http://schemas.microsoft.com/office/powerpoint/2010/main" val="131329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Control Structures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056774" cy="4846319"/>
          </a:xfrm>
        </p:spPr>
        <p:txBody>
          <a:bodyPr>
            <a:normAutofit/>
          </a:bodyPr>
          <a:lstStyle/>
          <a:p>
            <a:pPr marL="0" indent="0">
              <a:buNone/>
            </a:pPr>
            <a:r>
              <a:rPr lang="en-US" sz="3200" i="1"/>
              <a:t>Structures</a:t>
            </a:r>
            <a:r>
              <a:rPr lang="en-US" sz="3200"/>
              <a:t> that </a:t>
            </a:r>
            <a:r>
              <a:rPr lang="en-US" sz="3200" i="1"/>
              <a:t>control</a:t>
            </a:r>
            <a:r>
              <a:rPr lang="en-US" sz="3200"/>
              <a:t> the flow of a program.</a:t>
            </a:r>
          </a:p>
          <a:p>
            <a:pPr marL="0" indent="0">
              <a:buNone/>
            </a:pPr>
            <a:endParaRPr lang="en-US" sz="3200"/>
          </a:p>
          <a:p>
            <a:pPr marL="0" indent="0">
              <a:buNone/>
            </a:pPr>
            <a:r>
              <a:rPr lang="en-US" sz="3200"/>
              <a:t>There are multiple structures involved, but the most important for now are conditionals.</a:t>
            </a:r>
          </a:p>
        </p:txBody>
      </p:sp>
    </p:spTree>
    <p:extLst>
      <p:ext uri="{BB962C8B-B14F-4D97-AF65-F5344CB8AC3E}">
        <p14:creationId xmlns:p14="http://schemas.microsoft.com/office/powerpoint/2010/main" val="99886356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if statements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670676" cy="4846319"/>
          </a:xfrm>
        </p:spPr>
        <p:txBody>
          <a:bodyPr>
            <a:normAutofit/>
          </a:bodyPr>
          <a:lstStyle/>
          <a:p>
            <a:pPr>
              <a:buFontTx/>
              <a:buChar char="-"/>
            </a:pPr>
            <a:r>
              <a:rPr lang="en-US" sz="3200"/>
              <a:t>Runs code if a specific condition is met.</a:t>
            </a:r>
          </a:p>
          <a:p>
            <a:pPr>
              <a:buFontTx/>
              <a:buChar char="-"/>
            </a:pPr>
            <a:r>
              <a:rPr lang="en-US" sz="3200"/>
              <a:t>The ( ) is where the condition goes. Conditions are either TRUE or FALSE.</a:t>
            </a:r>
          </a:p>
        </p:txBody>
      </p:sp>
      <p:sp>
        <p:nvSpPr>
          <p:cNvPr id="4" name="Rectangle 3">
            <a:extLst>
              <a:ext uri="{FF2B5EF4-FFF2-40B4-BE49-F238E27FC236}">
                <a16:creationId xmlns:a16="http://schemas.microsoft.com/office/drawing/2014/main" id="{37E09367-3BB4-F95F-8C38-7F14DC025F7C}"/>
              </a:ext>
            </a:extLst>
          </p:cNvPr>
          <p:cNvSpPr/>
          <p:nvPr/>
        </p:nvSpPr>
        <p:spPr>
          <a:xfrm>
            <a:off x="1684958" y="3173950"/>
            <a:ext cx="8713075"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condition</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Do Stuff</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5744873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if statement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880826"/>
            <a:ext cx="10763494" cy="309634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p:txBody>
      </p:sp>
      <p:sp>
        <p:nvSpPr>
          <p:cNvPr id="7" name="TextBox 6">
            <a:extLst>
              <a:ext uri="{FF2B5EF4-FFF2-40B4-BE49-F238E27FC236}">
                <a16:creationId xmlns:a16="http://schemas.microsoft.com/office/drawing/2014/main" id="{34100BA0-B0E0-0E70-DCD2-675B0F256DA4}"/>
              </a:ext>
            </a:extLst>
          </p:cNvPr>
          <p:cNvSpPr txBox="1"/>
          <p:nvPr/>
        </p:nvSpPr>
        <p:spPr>
          <a:xfrm>
            <a:off x="646111" y="5329646"/>
            <a:ext cx="10187352" cy="369332"/>
          </a:xfrm>
          <a:prstGeom prst="rect">
            <a:avLst/>
          </a:prstGeom>
          <a:noFill/>
        </p:spPr>
        <p:txBody>
          <a:bodyPr wrap="square" rtlCol="0">
            <a:spAutoFit/>
          </a:bodyPr>
          <a:lstStyle/>
          <a:p>
            <a:r>
              <a:rPr lang="en-US"/>
              <a:t>Output: The number is greater than 5.</a:t>
            </a:r>
          </a:p>
        </p:txBody>
      </p:sp>
    </p:spTree>
    <p:extLst>
      <p:ext uri="{BB962C8B-B14F-4D97-AF65-F5344CB8AC3E}">
        <p14:creationId xmlns:p14="http://schemas.microsoft.com/office/powerpoint/2010/main" val="37596519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else statements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670676" cy="4846319"/>
          </a:xfrm>
        </p:spPr>
        <p:txBody>
          <a:bodyPr>
            <a:normAutofit/>
          </a:bodyPr>
          <a:lstStyle/>
          <a:p>
            <a:pPr>
              <a:buFontTx/>
              <a:buChar char="-"/>
            </a:pPr>
            <a:r>
              <a:rPr lang="en-US" sz="3200"/>
              <a:t>Runs code if none of the other conditionals are true.</a:t>
            </a:r>
          </a:p>
          <a:p>
            <a:pPr>
              <a:buFontTx/>
              <a:buChar char="-"/>
            </a:pPr>
            <a:r>
              <a:rPr lang="en-US" sz="3200"/>
              <a:t>NOTE: Does not have ( condition )</a:t>
            </a:r>
          </a:p>
        </p:txBody>
      </p:sp>
      <p:sp>
        <p:nvSpPr>
          <p:cNvPr id="4" name="Rectangle 3">
            <a:extLst>
              <a:ext uri="{FF2B5EF4-FFF2-40B4-BE49-F238E27FC236}">
                <a16:creationId xmlns:a16="http://schemas.microsoft.com/office/drawing/2014/main" id="{37E09367-3BB4-F95F-8C38-7F14DC025F7C}"/>
              </a:ext>
            </a:extLst>
          </p:cNvPr>
          <p:cNvSpPr/>
          <p:nvPr/>
        </p:nvSpPr>
        <p:spPr>
          <a:xfrm>
            <a:off x="1739462" y="3130603"/>
            <a:ext cx="8713075" cy="329196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condition</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Do Stuff</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Do OTHER Stuff</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28101367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else statement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880826"/>
            <a:ext cx="10763494" cy="431096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3;</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C074FCC9-E759-BC3C-0454-31304244C870}"/>
              </a:ext>
            </a:extLst>
          </p:cNvPr>
          <p:cNvSpPr txBox="1"/>
          <p:nvPr/>
        </p:nvSpPr>
        <p:spPr>
          <a:xfrm>
            <a:off x="646111" y="6191794"/>
            <a:ext cx="10187352" cy="369332"/>
          </a:xfrm>
          <a:prstGeom prst="rect">
            <a:avLst/>
          </a:prstGeom>
          <a:noFill/>
        </p:spPr>
        <p:txBody>
          <a:bodyPr wrap="square" rtlCol="0">
            <a:spAutoFit/>
          </a:bodyPr>
          <a:lstStyle/>
          <a:p>
            <a:r>
              <a:rPr lang="en-US"/>
              <a:t>Output: The number 5 or less.</a:t>
            </a:r>
          </a:p>
        </p:txBody>
      </p:sp>
    </p:spTree>
    <p:extLst>
      <p:ext uri="{BB962C8B-B14F-4D97-AF65-F5344CB8AC3E}">
        <p14:creationId xmlns:p14="http://schemas.microsoft.com/office/powerpoint/2010/main" val="49501332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else if statements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5948118" cy="4846319"/>
          </a:xfrm>
        </p:spPr>
        <p:txBody>
          <a:bodyPr>
            <a:normAutofit/>
          </a:bodyPr>
          <a:lstStyle/>
          <a:p>
            <a:pPr>
              <a:buFontTx/>
              <a:buChar char="-"/>
            </a:pPr>
            <a:r>
              <a:rPr lang="en-US" sz="3200"/>
              <a:t>Allows you to check multiple conditions in sequence.</a:t>
            </a:r>
          </a:p>
          <a:p>
            <a:pPr>
              <a:buFontTx/>
              <a:buChar char="-"/>
            </a:pPr>
            <a:r>
              <a:rPr lang="en-US" sz="3200"/>
              <a:t>Checked in order. Once a true condition is found, the corresponding  block is executed, and the </a:t>
            </a:r>
            <a:r>
              <a:rPr lang="en-US" sz="3200" u="sng"/>
              <a:t>rest of the conditions are ignored.</a:t>
            </a:r>
            <a:endParaRPr lang="en-US" sz="3200"/>
          </a:p>
        </p:txBody>
      </p:sp>
      <p:sp>
        <p:nvSpPr>
          <p:cNvPr id="4" name="Rectangle 3">
            <a:extLst>
              <a:ext uri="{FF2B5EF4-FFF2-40B4-BE49-F238E27FC236}">
                <a16:creationId xmlns:a16="http://schemas.microsoft.com/office/drawing/2014/main" id="{37E09367-3BB4-F95F-8C38-7F14DC025F7C}"/>
              </a:ext>
            </a:extLst>
          </p:cNvPr>
          <p:cNvSpPr/>
          <p:nvPr/>
        </p:nvSpPr>
        <p:spPr>
          <a:xfrm>
            <a:off x="7174523" y="738554"/>
            <a:ext cx="4770956" cy="566672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latin typeface="Courier New" panose="02070309020205020404" pitchFamily="49" charset="0"/>
                <a:cs typeface="Courier New" panose="02070309020205020404" pitchFamily="49" charset="0"/>
              </a:rPr>
              <a:t>if (</a:t>
            </a:r>
            <a:r>
              <a:rPr lang="en-US" sz="2400">
                <a:solidFill>
                  <a:schemeClr val="accent4"/>
                </a:solidFill>
                <a:latin typeface="Courier New" panose="02070309020205020404" pitchFamily="49" charset="0"/>
                <a:cs typeface="Courier New" panose="02070309020205020404" pitchFamily="49" charset="0"/>
              </a:rPr>
              <a:t>condition1</a:t>
            </a:r>
            <a:r>
              <a:rPr lang="en-US" sz="2400">
                <a:latin typeface="Courier New" panose="02070309020205020404" pitchFamily="49" charset="0"/>
                <a:cs typeface="Courier New" panose="02070309020205020404" pitchFamily="49" charset="0"/>
              </a:rPr>
              <a:t>) { </a:t>
            </a:r>
          </a:p>
          <a:p>
            <a:r>
              <a:rPr lang="en-US" sz="2400">
                <a:solidFill>
                  <a:srgbClr val="92D050"/>
                </a:solidFill>
                <a:latin typeface="Courier New" panose="02070309020205020404" pitchFamily="49" charset="0"/>
                <a:cs typeface="Courier New" panose="02070309020205020404" pitchFamily="49" charset="0"/>
              </a:rPr>
              <a:t>// Code when condition1 is true </a:t>
            </a:r>
          </a:p>
          <a:p>
            <a:r>
              <a:rPr lang="en-US" sz="2400">
                <a:latin typeface="Courier New" panose="02070309020205020404" pitchFamily="49" charset="0"/>
                <a:cs typeface="Courier New" panose="02070309020205020404" pitchFamily="49" charset="0"/>
              </a:rPr>
              <a:t>} </a:t>
            </a:r>
          </a:p>
          <a:p>
            <a:r>
              <a:rPr lang="en-US" sz="2400">
                <a:latin typeface="Courier New" panose="02070309020205020404" pitchFamily="49" charset="0"/>
                <a:cs typeface="Courier New" panose="02070309020205020404" pitchFamily="49" charset="0"/>
              </a:rPr>
              <a:t>else if (</a:t>
            </a:r>
            <a:r>
              <a:rPr lang="en-US" sz="2400">
                <a:solidFill>
                  <a:schemeClr val="accent4"/>
                </a:solidFill>
                <a:latin typeface="Courier New" panose="02070309020205020404" pitchFamily="49" charset="0"/>
                <a:cs typeface="Courier New" panose="02070309020205020404" pitchFamily="49" charset="0"/>
              </a:rPr>
              <a:t>condition2</a:t>
            </a:r>
            <a:r>
              <a:rPr lang="en-US" sz="2400">
                <a:latin typeface="Courier New" panose="02070309020205020404" pitchFamily="49" charset="0"/>
                <a:cs typeface="Courier New" panose="02070309020205020404" pitchFamily="49" charset="0"/>
              </a:rPr>
              <a:t>) { </a:t>
            </a:r>
          </a:p>
          <a:p>
            <a:r>
              <a:rPr lang="en-US" sz="2400">
                <a:solidFill>
                  <a:srgbClr val="92D050"/>
                </a:solidFill>
                <a:latin typeface="Courier New" panose="02070309020205020404" pitchFamily="49" charset="0"/>
                <a:cs typeface="Courier New" panose="02070309020205020404" pitchFamily="49" charset="0"/>
              </a:rPr>
              <a:t>// Code when condition2 is true </a:t>
            </a:r>
          </a:p>
          <a:p>
            <a:r>
              <a:rPr lang="en-US" sz="2400">
                <a:latin typeface="Courier New" panose="02070309020205020404" pitchFamily="49" charset="0"/>
                <a:cs typeface="Courier New" panose="02070309020205020404" pitchFamily="49" charset="0"/>
              </a:rPr>
              <a:t>} </a:t>
            </a:r>
          </a:p>
          <a:p>
            <a:r>
              <a:rPr lang="en-US" sz="2400">
                <a:latin typeface="Courier New" panose="02070309020205020404" pitchFamily="49" charset="0"/>
                <a:cs typeface="Courier New" panose="02070309020205020404" pitchFamily="49" charset="0"/>
              </a:rPr>
              <a:t>else { </a:t>
            </a:r>
          </a:p>
          <a:p>
            <a:r>
              <a:rPr lang="en-US" sz="2400">
                <a:solidFill>
                  <a:srgbClr val="92D050"/>
                </a:solidFill>
                <a:latin typeface="Courier New" panose="02070309020205020404" pitchFamily="49" charset="0"/>
                <a:cs typeface="Courier New" panose="02070309020205020404" pitchFamily="49" charset="0"/>
              </a:rPr>
              <a:t>// Code when all conditions are false </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897932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else if statement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055077"/>
            <a:ext cx="10763494" cy="513671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5;</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10.";</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&gt; 3</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3.";</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C074FCC9-E759-BC3C-0454-31304244C870}"/>
              </a:ext>
            </a:extLst>
          </p:cNvPr>
          <p:cNvSpPr txBox="1"/>
          <p:nvPr/>
        </p:nvSpPr>
        <p:spPr>
          <a:xfrm>
            <a:off x="646111" y="6191794"/>
            <a:ext cx="10187352" cy="369332"/>
          </a:xfrm>
          <a:prstGeom prst="rect">
            <a:avLst/>
          </a:prstGeom>
          <a:noFill/>
        </p:spPr>
        <p:txBody>
          <a:bodyPr wrap="square" rtlCol="0">
            <a:spAutoFit/>
          </a:bodyPr>
          <a:lstStyle/>
          <a:p>
            <a:r>
              <a:rPr lang="en-US"/>
              <a:t>Output: The number greater than 3.</a:t>
            </a:r>
          </a:p>
        </p:txBody>
      </p:sp>
    </p:spTree>
    <p:extLst>
      <p:ext uri="{BB962C8B-B14F-4D97-AF65-F5344CB8AC3E}">
        <p14:creationId xmlns:p14="http://schemas.microsoft.com/office/powerpoint/2010/main" val="303753064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Conditional “chains”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056774" cy="4846319"/>
          </a:xfrm>
        </p:spPr>
        <p:txBody>
          <a:bodyPr>
            <a:normAutofit/>
          </a:bodyPr>
          <a:lstStyle/>
          <a:p>
            <a:pPr>
              <a:buFontTx/>
              <a:buChar char="-"/>
            </a:pPr>
            <a:r>
              <a:rPr lang="en-US" sz="3200"/>
              <a:t>In a single ”set” of conditionals, you can only ever have 1 </a:t>
            </a:r>
            <a:r>
              <a:rPr lang="en-US" sz="3200" b="1"/>
              <a:t>if</a:t>
            </a:r>
            <a:r>
              <a:rPr lang="en-US" sz="3200"/>
              <a:t> statement and 1 </a:t>
            </a:r>
            <a:r>
              <a:rPr lang="en-US" sz="3200" b="1"/>
              <a:t>else</a:t>
            </a:r>
            <a:r>
              <a:rPr lang="en-US" sz="3200"/>
              <a:t> statement.</a:t>
            </a:r>
          </a:p>
          <a:p>
            <a:pPr>
              <a:buFontTx/>
              <a:buChar char="-"/>
            </a:pPr>
            <a:r>
              <a:rPr lang="en-US" sz="3200"/>
              <a:t>You </a:t>
            </a:r>
            <a:r>
              <a:rPr lang="en-US" sz="3200" b="1"/>
              <a:t>can</a:t>
            </a:r>
            <a:r>
              <a:rPr lang="en-US" sz="3200"/>
              <a:t> have an </a:t>
            </a:r>
            <a:r>
              <a:rPr lang="en-US" sz="3200" b="1"/>
              <a:t>if</a:t>
            </a:r>
            <a:r>
              <a:rPr lang="en-US" sz="3200"/>
              <a:t> statement by itself</a:t>
            </a:r>
          </a:p>
          <a:p>
            <a:pPr>
              <a:buFontTx/>
              <a:buChar char="-"/>
            </a:pPr>
            <a:r>
              <a:rPr lang="en-US" sz="3200"/>
              <a:t>You </a:t>
            </a:r>
            <a:r>
              <a:rPr lang="en-US" sz="3200" b="1"/>
              <a:t>cannot</a:t>
            </a:r>
            <a:r>
              <a:rPr lang="en-US" sz="3200"/>
              <a:t> have an </a:t>
            </a:r>
            <a:r>
              <a:rPr lang="en-US" sz="3200" b="1"/>
              <a:t>else</a:t>
            </a:r>
            <a:r>
              <a:rPr lang="en-US" sz="3200"/>
              <a:t> statement by itself</a:t>
            </a:r>
          </a:p>
          <a:p>
            <a:pPr>
              <a:buFontTx/>
              <a:buChar char="-"/>
            </a:pPr>
            <a:r>
              <a:rPr lang="en-US" sz="3200"/>
              <a:t>You </a:t>
            </a:r>
            <a:r>
              <a:rPr lang="en-US" sz="3200" b="1"/>
              <a:t>cannot start </a:t>
            </a:r>
            <a:r>
              <a:rPr lang="en-US" sz="3200"/>
              <a:t>out with an </a:t>
            </a:r>
            <a:r>
              <a:rPr lang="en-US" sz="3200" b="1"/>
              <a:t>else if</a:t>
            </a:r>
            <a:r>
              <a:rPr lang="en-US" sz="3200"/>
              <a:t> statement.</a:t>
            </a:r>
          </a:p>
          <a:p>
            <a:pPr>
              <a:buFontTx/>
              <a:buChar char="-"/>
            </a:pPr>
            <a:r>
              <a:rPr lang="en-US" sz="3200"/>
              <a:t>Once you put another </a:t>
            </a:r>
            <a:r>
              <a:rPr lang="en-US" sz="3200" b="1"/>
              <a:t>if</a:t>
            </a:r>
            <a:r>
              <a:rPr lang="en-US" sz="3200"/>
              <a:t> statement, you start another “chain” of conditions.</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358DA7C-8256-E5F4-86C6-A21885601DC9}"/>
                  </a:ext>
                </a:extLst>
              </p14:cNvPr>
              <p14:cNvContentPartPr/>
              <p14:nvPr/>
            </p14:nvContentPartPr>
            <p14:xfrm>
              <a:off x="10587502" y="1865880"/>
              <a:ext cx="177120" cy="29520"/>
            </p14:xfrm>
          </p:contentPart>
        </mc:Choice>
        <mc:Fallback xmlns="">
          <p:pic>
            <p:nvPicPr>
              <p:cNvPr id="6" name="Ink 5">
                <a:extLst>
                  <a:ext uri="{FF2B5EF4-FFF2-40B4-BE49-F238E27FC236}">
                    <a16:creationId xmlns:a16="http://schemas.microsoft.com/office/drawing/2014/main" id="{D358DA7C-8256-E5F4-86C6-A21885601DC9}"/>
                  </a:ext>
                </a:extLst>
              </p:cNvPr>
              <p:cNvPicPr/>
              <p:nvPr/>
            </p:nvPicPr>
            <p:blipFill>
              <a:blip r:embed="rId3"/>
              <a:stretch>
                <a:fillRect/>
              </a:stretch>
            </p:blipFill>
            <p:spPr>
              <a:xfrm>
                <a:off x="10581382" y="1859760"/>
                <a:ext cx="189360" cy="41760"/>
              </a:xfrm>
              <a:prstGeom prst="rect">
                <a:avLst/>
              </a:prstGeom>
            </p:spPr>
          </p:pic>
        </mc:Fallback>
      </mc:AlternateContent>
    </p:spTree>
    <p:extLst>
      <p:ext uri="{BB962C8B-B14F-4D97-AF65-F5344CB8AC3E}">
        <p14:creationId xmlns:p14="http://schemas.microsoft.com/office/powerpoint/2010/main" val="416670334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Conditional chains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358312"/>
            <a:ext cx="10763494" cy="368395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8</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8.";</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C074FCC9-E759-BC3C-0454-31304244C870}"/>
              </a:ext>
            </a:extLst>
          </p:cNvPr>
          <p:cNvSpPr txBox="1"/>
          <p:nvPr/>
        </p:nvSpPr>
        <p:spPr>
          <a:xfrm>
            <a:off x="773686" y="5564777"/>
            <a:ext cx="10187352" cy="923330"/>
          </a:xfrm>
          <a:prstGeom prst="rect">
            <a:avLst/>
          </a:prstGeom>
          <a:noFill/>
        </p:spPr>
        <p:txBody>
          <a:bodyPr wrap="square" rtlCol="0">
            <a:spAutoFit/>
          </a:bodyPr>
          <a:lstStyle/>
          <a:p>
            <a:r>
              <a:rPr lang="en-US"/>
              <a:t>Output: </a:t>
            </a:r>
          </a:p>
          <a:p>
            <a:r>
              <a:rPr lang="en-US"/>
              <a:t>The number is greater than 5.</a:t>
            </a:r>
          </a:p>
          <a:p>
            <a:r>
              <a:rPr lang="en-US"/>
              <a:t>The number is greater than 8.</a:t>
            </a:r>
          </a:p>
        </p:txBody>
      </p:sp>
    </p:spTree>
    <p:extLst>
      <p:ext uri="{BB962C8B-B14F-4D97-AF65-F5344CB8AC3E}">
        <p14:creationId xmlns:p14="http://schemas.microsoft.com/office/powerpoint/2010/main" val="284232127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10537001" cy="775191"/>
          </a:xfrm>
        </p:spPr>
        <p:txBody>
          <a:bodyPr>
            <a:normAutofit/>
          </a:bodyPr>
          <a:lstStyle/>
          <a:p>
            <a:r>
              <a:rPr lang="en-US"/>
              <a:t>Conditional chains BAD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358312"/>
            <a:ext cx="10763494" cy="368395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else </a:t>
            </a:r>
            <a:r>
              <a:rPr lang="en-US" sz="2400">
                <a:solidFill>
                  <a:srgbClr val="92D050"/>
                </a:solidFill>
                <a:latin typeface="Courier New" panose="02070309020205020404" pitchFamily="49" charset="0"/>
                <a:cs typeface="Courier New" panose="02070309020205020404" pitchFamily="49" charset="0"/>
              </a:rPr>
              <a:t>// this is NOT allowed</a:t>
            </a:r>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C074FCC9-E759-BC3C-0454-31304244C870}"/>
              </a:ext>
            </a:extLst>
          </p:cNvPr>
          <p:cNvSpPr txBox="1"/>
          <p:nvPr/>
        </p:nvSpPr>
        <p:spPr>
          <a:xfrm>
            <a:off x="773686" y="5564777"/>
            <a:ext cx="10187352" cy="861774"/>
          </a:xfrm>
          <a:prstGeom prst="rect">
            <a:avLst/>
          </a:prstGeom>
          <a:noFill/>
        </p:spPr>
        <p:txBody>
          <a:bodyPr wrap="square" rtlCol="0">
            <a:spAutoFit/>
          </a:bodyPr>
          <a:lstStyle/>
          <a:p>
            <a:r>
              <a:rPr lang="en-US"/>
              <a:t>Output: </a:t>
            </a:r>
          </a:p>
          <a:p>
            <a:r>
              <a:rPr lang="en-US" sz="3200" b="1">
                <a:solidFill>
                  <a:srgbClr val="FF0000"/>
                </a:solidFill>
              </a:rPr>
              <a:t>//ERROR</a:t>
            </a:r>
          </a:p>
        </p:txBody>
      </p:sp>
    </p:spTree>
    <p:extLst>
      <p:ext uri="{BB962C8B-B14F-4D97-AF65-F5344CB8AC3E}">
        <p14:creationId xmlns:p14="http://schemas.microsoft.com/office/powerpoint/2010/main" val="36423470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10390697" cy="775191"/>
          </a:xfrm>
        </p:spPr>
        <p:txBody>
          <a:bodyPr>
            <a:normAutofit fontScale="90000"/>
          </a:bodyPr>
          <a:lstStyle/>
          <a:p>
            <a:r>
              <a:rPr lang="en-US"/>
              <a:t>Conditional chains Bad example</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358312"/>
            <a:ext cx="10763494" cy="368395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this is NOT allowed</a:t>
            </a:r>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p:txBody>
      </p:sp>
      <p:sp>
        <p:nvSpPr>
          <p:cNvPr id="3" name="TextBox 2">
            <a:extLst>
              <a:ext uri="{FF2B5EF4-FFF2-40B4-BE49-F238E27FC236}">
                <a16:creationId xmlns:a16="http://schemas.microsoft.com/office/drawing/2014/main" id="{C074FCC9-E759-BC3C-0454-31304244C870}"/>
              </a:ext>
            </a:extLst>
          </p:cNvPr>
          <p:cNvSpPr txBox="1"/>
          <p:nvPr/>
        </p:nvSpPr>
        <p:spPr>
          <a:xfrm>
            <a:off x="773686" y="5564777"/>
            <a:ext cx="10187352" cy="861774"/>
          </a:xfrm>
          <a:prstGeom prst="rect">
            <a:avLst/>
          </a:prstGeom>
          <a:noFill/>
        </p:spPr>
        <p:txBody>
          <a:bodyPr wrap="square" rtlCol="0">
            <a:spAutoFit/>
          </a:bodyPr>
          <a:lstStyle/>
          <a:p>
            <a:r>
              <a:rPr lang="en-US"/>
              <a:t>Output: </a:t>
            </a:r>
          </a:p>
          <a:p>
            <a:r>
              <a:rPr lang="en-US" sz="3200" b="1">
                <a:solidFill>
                  <a:srgbClr val="FF0000"/>
                </a:solidFill>
              </a:rPr>
              <a:t>//ERROR</a:t>
            </a:r>
          </a:p>
        </p:txBody>
      </p:sp>
    </p:spTree>
    <p:extLst>
      <p:ext uri="{BB962C8B-B14F-4D97-AF65-F5344CB8AC3E}">
        <p14:creationId xmlns:p14="http://schemas.microsoft.com/office/powerpoint/2010/main" val="20582558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3FFE-0105-8A46-84AF-08B128C38CE2}"/>
              </a:ext>
            </a:extLst>
          </p:cNvPr>
          <p:cNvSpPr>
            <a:spLocks noGrp="1"/>
          </p:cNvSpPr>
          <p:nvPr>
            <p:ph type="title"/>
          </p:nvPr>
        </p:nvSpPr>
        <p:spPr/>
        <p:txBody>
          <a:bodyPr/>
          <a:lstStyle/>
          <a:p>
            <a:r>
              <a:rPr lang="en-US"/>
              <a:t>Comparison Operators</a:t>
            </a:r>
            <a:br>
              <a:rPr lang="en-US"/>
            </a:br>
            <a:r>
              <a:rPr lang="en-US" sz="2800"/>
              <a:t>Compares 2 values and returns a </a:t>
            </a:r>
            <a:r>
              <a:rPr lang="en-US" sz="2800" err="1"/>
              <a:t>boolean</a:t>
            </a:r>
            <a:endParaRPr lang="en-US"/>
          </a:p>
        </p:txBody>
      </p:sp>
      <p:sp>
        <p:nvSpPr>
          <p:cNvPr id="3" name="Content Placeholder 2">
            <a:extLst>
              <a:ext uri="{FF2B5EF4-FFF2-40B4-BE49-F238E27FC236}">
                <a16:creationId xmlns:a16="http://schemas.microsoft.com/office/drawing/2014/main" id="{7BCF1215-BCAA-1FB4-07DB-C773F9E0FD8C}"/>
              </a:ext>
            </a:extLst>
          </p:cNvPr>
          <p:cNvSpPr>
            <a:spLocks noGrp="1"/>
          </p:cNvSpPr>
          <p:nvPr>
            <p:ph idx="1"/>
          </p:nvPr>
        </p:nvSpPr>
        <p:spPr/>
        <p:txBody>
          <a:bodyPr>
            <a:normAutofit/>
          </a:bodyPr>
          <a:lstStyle/>
          <a:p>
            <a:r>
              <a:rPr lang="en-US" sz="2800" b="1"/>
              <a:t>Examples</a:t>
            </a:r>
            <a:r>
              <a:rPr lang="en-US" sz="2800"/>
              <a:t>: </a:t>
            </a:r>
          </a:p>
          <a:p>
            <a:pPr lvl="1"/>
            <a:r>
              <a:rPr lang="en-US" sz="2400"/>
              <a:t>== (equal to)</a:t>
            </a:r>
          </a:p>
          <a:p>
            <a:pPr lvl="1"/>
            <a:r>
              <a:rPr lang="en-US" sz="2400"/>
              <a:t>!= (not equal to)</a:t>
            </a:r>
          </a:p>
          <a:p>
            <a:pPr lvl="1"/>
            <a:r>
              <a:rPr lang="en-US" sz="2400"/>
              <a:t>&lt; (less than)</a:t>
            </a:r>
          </a:p>
          <a:p>
            <a:pPr lvl="1"/>
            <a:r>
              <a:rPr lang="en-US" sz="2400"/>
              <a:t>&gt; (greater than)</a:t>
            </a:r>
          </a:p>
          <a:p>
            <a:pPr lvl="1"/>
            <a:r>
              <a:rPr lang="en-US" sz="2400"/>
              <a:t>&lt;= (less than or equal to)</a:t>
            </a:r>
          </a:p>
          <a:p>
            <a:pPr lvl="1"/>
            <a:r>
              <a:rPr lang="en-US" sz="2400"/>
              <a:t>&gt;= (greater than or equal to)</a:t>
            </a:r>
          </a:p>
        </p:txBody>
      </p:sp>
      <p:sp>
        <p:nvSpPr>
          <p:cNvPr id="4" name="TextBox 3">
            <a:extLst>
              <a:ext uri="{FF2B5EF4-FFF2-40B4-BE49-F238E27FC236}">
                <a16:creationId xmlns:a16="http://schemas.microsoft.com/office/drawing/2014/main" id="{D2BEA31D-A609-41E9-3801-11F5042EF38F}"/>
              </a:ext>
            </a:extLst>
          </p:cNvPr>
          <p:cNvSpPr txBox="1"/>
          <p:nvPr/>
        </p:nvSpPr>
        <p:spPr>
          <a:xfrm>
            <a:off x="7577959" y="2154621"/>
            <a:ext cx="3647089" cy="3970318"/>
          </a:xfrm>
          <a:prstGeom prst="rect">
            <a:avLst/>
          </a:prstGeom>
          <a:noFill/>
        </p:spPr>
        <p:txBody>
          <a:bodyPr wrap="square" rtlCol="0">
            <a:spAutoFit/>
          </a:bodyPr>
          <a:lstStyle/>
          <a:p>
            <a:r>
              <a:rPr lang="en-US" sz="3600"/>
              <a:t>We will come back to these a bit later when we talk about conditional statements.</a:t>
            </a:r>
          </a:p>
        </p:txBody>
      </p:sp>
    </p:spTree>
    <p:extLst>
      <p:ext uri="{BB962C8B-B14F-4D97-AF65-F5344CB8AC3E}">
        <p14:creationId xmlns:p14="http://schemas.microsoft.com/office/powerpoint/2010/main" val="347126801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normAutofit/>
          </a:bodyPr>
          <a:lstStyle/>
          <a:p>
            <a:r>
              <a:rPr lang="en-US"/>
              <a:t>What will be the output?</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055077"/>
            <a:ext cx="10763494" cy="55479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5;</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10.";</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75177531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normAutofit/>
          </a:bodyPr>
          <a:lstStyle/>
          <a:p>
            <a:r>
              <a:rPr lang="en-US"/>
              <a:t>What will be the output?</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055077"/>
            <a:ext cx="10763494" cy="55479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5;</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10.";</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p:grpSp>
        <p:nvGrpSpPr>
          <p:cNvPr id="6" name="Group 5">
            <a:extLst>
              <a:ext uri="{FF2B5EF4-FFF2-40B4-BE49-F238E27FC236}">
                <a16:creationId xmlns:a16="http://schemas.microsoft.com/office/drawing/2014/main" id="{8946C642-0FDF-D060-6BC1-E5F7DA1DEBAD}"/>
              </a:ext>
            </a:extLst>
          </p:cNvPr>
          <p:cNvGrpSpPr/>
          <p:nvPr/>
        </p:nvGrpSpPr>
        <p:grpSpPr>
          <a:xfrm>
            <a:off x="1562662" y="1782720"/>
            <a:ext cx="763560" cy="878760"/>
            <a:chOff x="1562662" y="1782720"/>
            <a:chExt cx="763560" cy="87876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075957D-F656-FAC7-7828-BC0A03646FE9}"/>
                    </a:ext>
                  </a:extLst>
                </p14:cNvPr>
                <p14:cNvContentPartPr/>
                <p14:nvPr/>
              </p14:nvContentPartPr>
              <p14:xfrm>
                <a:off x="1644382" y="1782720"/>
                <a:ext cx="425520" cy="634680"/>
              </p14:xfrm>
            </p:contentPart>
          </mc:Choice>
          <mc:Fallback xmlns="">
            <p:pic>
              <p:nvPicPr>
                <p:cNvPr id="3" name="Ink 2">
                  <a:extLst>
                    <a:ext uri="{FF2B5EF4-FFF2-40B4-BE49-F238E27FC236}">
                      <a16:creationId xmlns:a16="http://schemas.microsoft.com/office/drawing/2014/main" id="{8075957D-F656-FAC7-7828-BC0A03646FE9}"/>
                    </a:ext>
                  </a:extLst>
                </p:cNvPr>
                <p:cNvPicPr/>
                <p:nvPr/>
              </p:nvPicPr>
              <p:blipFill>
                <a:blip r:embed="rId3"/>
                <a:stretch>
                  <a:fillRect/>
                </a:stretch>
              </p:blipFill>
              <p:spPr>
                <a:xfrm>
                  <a:off x="1638262" y="1776600"/>
                  <a:ext cx="437760" cy="646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1E2953A-A30C-3C69-CFF7-0E0292CBB10D}"/>
                    </a:ext>
                  </a:extLst>
                </p14:cNvPr>
                <p14:cNvContentPartPr/>
                <p14:nvPr/>
              </p14:nvContentPartPr>
              <p14:xfrm>
                <a:off x="1562662" y="1961640"/>
                <a:ext cx="763560" cy="699840"/>
              </p14:xfrm>
            </p:contentPart>
          </mc:Choice>
          <mc:Fallback xmlns="">
            <p:pic>
              <p:nvPicPr>
                <p:cNvPr id="5" name="Ink 4">
                  <a:extLst>
                    <a:ext uri="{FF2B5EF4-FFF2-40B4-BE49-F238E27FC236}">
                      <a16:creationId xmlns:a16="http://schemas.microsoft.com/office/drawing/2014/main" id="{11E2953A-A30C-3C69-CFF7-0E0292CBB10D}"/>
                    </a:ext>
                  </a:extLst>
                </p:cNvPr>
                <p:cNvPicPr/>
                <p:nvPr/>
              </p:nvPicPr>
              <p:blipFill>
                <a:blip r:embed="rId5"/>
                <a:stretch>
                  <a:fillRect/>
                </a:stretch>
              </p:blipFill>
              <p:spPr>
                <a:xfrm>
                  <a:off x="1556542" y="1955520"/>
                  <a:ext cx="775800" cy="712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2B36D7B0-030D-0803-18EA-095197A7D40C}"/>
                  </a:ext>
                </a:extLst>
              </p14:cNvPr>
              <p14:cNvContentPartPr/>
              <p14:nvPr/>
            </p14:nvContentPartPr>
            <p14:xfrm>
              <a:off x="2472742" y="3461760"/>
              <a:ext cx="516960" cy="371520"/>
            </p14:xfrm>
          </p:contentPart>
        </mc:Choice>
        <mc:Fallback xmlns="">
          <p:pic>
            <p:nvPicPr>
              <p:cNvPr id="7" name="Ink 6">
                <a:extLst>
                  <a:ext uri="{FF2B5EF4-FFF2-40B4-BE49-F238E27FC236}">
                    <a16:creationId xmlns:a16="http://schemas.microsoft.com/office/drawing/2014/main" id="{2B36D7B0-030D-0803-18EA-095197A7D40C}"/>
                  </a:ext>
                </a:extLst>
              </p:cNvPr>
              <p:cNvPicPr/>
              <p:nvPr/>
            </p:nvPicPr>
            <p:blipFill>
              <a:blip r:embed="rId7"/>
              <a:stretch>
                <a:fillRect/>
              </a:stretch>
            </p:blipFill>
            <p:spPr>
              <a:xfrm>
                <a:off x="2466622" y="3455640"/>
                <a:ext cx="529200" cy="383760"/>
              </a:xfrm>
              <a:prstGeom prst="rect">
                <a:avLst/>
              </a:prstGeom>
            </p:spPr>
          </p:pic>
        </mc:Fallback>
      </mc:AlternateContent>
      <p:grpSp>
        <p:nvGrpSpPr>
          <p:cNvPr id="10" name="Group 9">
            <a:extLst>
              <a:ext uri="{FF2B5EF4-FFF2-40B4-BE49-F238E27FC236}">
                <a16:creationId xmlns:a16="http://schemas.microsoft.com/office/drawing/2014/main" id="{B052A94E-D743-DE08-80B0-C8AA75B3BB2C}"/>
              </a:ext>
            </a:extLst>
          </p:cNvPr>
          <p:cNvGrpSpPr/>
          <p:nvPr/>
        </p:nvGrpSpPr>
        <p:grpSpPr>
          <a:xfrm>
            <a:off x="1636822" y="3405600"/>
            <a:ext cx="7810920" cy="1325520"/>
            <a:chOff x="1636822" y="3405600"/>
            <a:chExt cx="7810920" cy="132552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29DB3A1-8E63-0ACD-CD51-0365BF0895F2}"/>
                    </a:ext>
                  </a:extLst>
                </p14:cNvPr>
                <p14:cNvContentPartPr/>
                <p14:nvPr/>
              </p14:nvContentPartPr>
              <p14:xfrm>
                <a:off x="1636822" y="3998160"/>
                <a:ext cx="7810920" cy="732960"/>
              </p14:xfrm>
            </p:contentPart>
          </mc:Choice>
          <mc:Fallback xmlns="">
            <p:pic>
              <p:nvPicPr>
                <p:cNvPr id="8" name="Ink 7">
                  <a:extLst>
                    <a:ext uri="{FF2B5EF4-FFF2-40B4-BE49-F238E27FC236}">
                      <a16:creationId xmlns:a16="http://schemas.microsoft.com/office/drawing/2014/main" id="{929DB3A1-8E63-0ACD-CD51-0365BF0895F2}"/>
                    </a:ext>
                  </a:extLst>
                </p:cNvPr>
                <p:cNvPicPr/>
                <p:nvPr/>
              </p:nvPicPr>
              <p:blipFill>
                <a:blip r:embed="rId9"/>
                <a:stretch>
                  <a:fillRect/>
                </a:stretch>
              </p:blipFill>
              <p:spPr>
                <a:xfrm>
                  <a:off x="1630702" y="3992040"/>
                  <a:ext cx="7823160" cy="74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19860C0A-8BD6-A6D3-503F-90C03005D81E}"/>
                    </a:ext>
                  </a:extLst>
                </p14:cNvPr>
                <p14:cNvContentPartPr/>
                <p14:nvPr/>
              </p14:nvContentPartPr>
              <p14:xfrm>
                <a:off x="3981502" y="3405600"/>
                <a:ext cx="1039320" cy="689760"/>
              </p14:xfrm>
            </p:contentPart>
          </mc:Choice>
          <mc:Fallback xmlns="">
            <p:pic>
              <p:nvPicPr>
                <p:cNvPr id="9" name="Ink 8">
                  <a:extLst>
                    <a:ext uri="{FF2B5EF4-FFF2-40B4-BE49-F238E27FC236}">
                      <a16:creationId xmlns:a16="http://schemas.microsoft.com/office/drawing/2014/main" id="{19860C0A-8BD6-A6D3-503F-90C03005D81E}"/>
                    </a:ext>
                  </a:extLst>
                </p:cNvPr>
                <p:cNvPicPr/>
                <p:nvPr/>
              </p:nvPicPr>
              <p:blipFill>
                <a:blip r:embed="rId11"/>
                <a:stretch>
                  <a:fillRect/>
                </a:stretch>
              </p:blipFill>
              <p:spPr>
                <a:xfrm>
                  <a:off x="3975382" y="3399480"/>
                  <a:ext cx="1051560" cy="70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7263AD75-B5F0-B452-90BF-8811E1DB30ED}"/>
                  </a:ext>
                </a:extLst>
              </p14:cNvPr>
              <p14:cNvContentPartPr/>
              <p14:nvPr/>
            </p14:nvContentPartPr>
            <p14:xfrm>
              <a:off x="25462" y="5357520"/>
              <a:ext cx="7641720" cy="586800"/>
            </p14:xfrm>
          </p:contentPart>
        </mc:Choice>
        <mc:Fallback xmlns="">
          <p:pic>
            <p:nvPicPr>
              <p:cNvPr id="11" name="Ink 10">
                <a:extLst>
                  <a:ext uri="{FF2B5EF4-FFF2-40B4-BE49-F238E27FC236}">
                    <a16:creationId xmlns:a16="http://schemas.microsoft.com/office/drawing/2014/main" id="{7263AD75-B5F0-B452-90BF-8811E1DB30ED}"/>
                  </a:ext>
                </a:extLst>
              </p:cNvPr>
              <p:cNvPicPr/>
              <p:nvPr/>
            </p:nvPicPr>
            <p:blipFill>
              <a:blip r:embed="rId13"/>
              <a:stretch>
                <a:fillRect/>
              </a:stretch>
            </p:blipFill>
            <p:spPr>
              <a:xfrm>
                <a:off x="19342" y="5351400"/>
                <a:ext cx="7653960" cy="599040"/>
              </a:xfrm>
              <a:prstGeom prst="rect">
                <a:avLst/>
              </a:prstGeom>
            </p:spPr>
          </p:pic>
        </mc:Fallback>
      </mc:AlternateContent>
    </p:spTree>
    <p:extLst>
      <p:ext uri="{BB962C8B-B14F-4D97-AF65-F5344CB8AC3E}">
        <p14:creationId xmlns:p14="http://schemas.microsoft.com/office/powerpoint/2010/main" val="6320799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normAutofit/>
          </a:bodyPr>
          <a:lstStyle/>
          <a:p>
            <a:r>
              <a:rPr lang="en-US"/>
              <a:t>What will be the output?</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055077"/>
            <a:ext cx="10763494" cy="55479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10.";</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p:grpSp>
        <p:nvGrpSpPr>
          <p:cNvPr id="18" name="Group 17">
            <a:extLst>
              <a:ext uri="{FF2B5EF4-FFF2-40B4-BE49-F238E27FC236}">
                <a16:creationId xmlns:a16="http://schemas.microsoft.com/office/drawing/2014/main" id="{35AE871D-FF7E-49B5-B846-BC0645ABB4AF}"/>
              </a:ext>
            </a:extLst>
          </p:cNvPr>
          <p:cNvGrpSpPr/>
          <p:nvPr/>
        </p:nvGrpSpPr>
        <p:grpSpPr>
          <a:xfrm>
            <a:off x="319582" y="1944000"/>
            <a:ext cx="296280" cy="470520"/>
            <a:chOff x="319582" y="1944000"/>
            <a:chExt cx="296280" cy="470520"/>
          </a:xfrm>
        </p:grpSpPr>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7C837FF4-233D-FF4A-31D4-2B46ADC660C2}"/>
                    </a:ext>
                  </a:extLst>
                </p14:cNvPr>
                <p14:cNvContentPartPr/>
                <p14:nvPr/>
              </p14:nvContentPartPr>
              <p14:xfrm>
                <a:off x="423622" y="2036520"/>
                <a:ext cx="38160" cy="274320"/>
              </p14:xfrm>
            </p:contentPart>
          </mc:Choice>
          <mc:Fallback xmlns="">
            <p:pic>
              <p:nvPicPr>
                <p:cNvPr id="10" name="Ink 9">
                  <a:extLst>
                    <a:ext uri="{FF2B5EF4-FFF2-40B4-BE49-F238E27FC236}">
                      <a16:creationId xmlns:a16="http://schemas.microsoft.com/office/drawing/2014/main" id="{7C837FF4-233D-FF4A-31D4-2B46ADC660C2}"/>
                    </a:ext>
                  </a:extLst>
                </p:cNvPr>
                <p:cNvPicPr/>
                <p:nvPr/>
              </p:nvPicPr>
              <p:blipFill>
                <a:blip r:embed="rId3"/>
                <a:stretch>
                  <a:fillRect/>
                </a:stretch>
              </p:blipFill>
              <p:spPr>
                <a:xfrm>
                  <a:off x="417502" y="2030400"/>
                  <a:ext cx="5040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5B74FEF1-D448-7ED0-FA46-05A347469AAA}"/>
                    </a:ext>
                  </a:extLst>
                </p14:cNvPr>
                <p14:cNvContentPartPr/>
                <p14:nvPr/>
              </p14:nvContentPartPr>
              <p14:xfrm>
                <a:off x="319582" y="1944000"/>
                <a:ext cx="296280" cy="470520"/>
              </p14:xfrm>
            </p:contentPart>
          </mc:Choice>
          <mc:Fallback xmlns="">
            <p:pic>
              <p:nvPicPr>
                <p:cNvPr id="11" name="Ink 10">
                  <a:extLst>
                    <a:ext uri="{FF2B5EF4-FFF2-40B4-BE49-F238E27FC236}">
                      <a16:creationId xmlns:a16="http://schemas.microsoft.com/office/drawing/2014/main" id="{5B74FEF1-D448-7ED0-FA46-05A347469AAA}"/>
                    </a:ext>
                  </a:extLst>
                </p:cNvPr>
                <p:cNvPicPr/>
                <p:nvPr/>
              </p:nvPicPr>
              <p:blipFill>
                <a:blip r:embed="rId5"/>
                <a:stretch>
                  <a:fillRect/>
                </a:stretch>
              </p:blipFill>
              <p:spPr>
                <a:xfrm>
                  <a:off x="313469" y="1937880"/>
                  <a:ext cx="308505" cy="482760"/>
                </a:xfrm>
                <a:prstGeom prst="rect">
                  <a:avLst/>
                </a:prstGeom>
              </p:spPr>
            </p:pic>
          </mc:Fallback>
        </mc:AlternateContent>
      </p:grpSp>
      <p:grpSp>
        <p:nvGrpSpPr>
          <p:cNvPr id="17" name="Group 16">
            <a:extLst>
              <a:ext uri="{FF2B5EF4-FFF2-40B4-BE49-F238E27FC236}">
                <a16:creationId xmlns:a16="http://schemas.microsoft.com/office/drawing/2014/main" id="{B7D92E6F-13F4-D45B-C237-A5CD61644C04}"/>
              </a:ext>
            </a:extLst>
          </p:cNvPr>
          <p:cNvGrpSpPr/>
          <p:nvPr/>
        </p:nvGrpSpPr>
        <p:grpSpPr>
          <a:xfrm>
            <a:off x="344062" y="3408840"/>
            <a:ext cx="341640" cy="448560"/>
            <a:chOff x="344062" y="3408840"/>
            <a:chExt cx="341640" cy="448560"/>
          </a:xfrm>
        </p:grpSpPr>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5193CB16-7E23-B384-3016-25A1403F3B17}"/>
                    </a:ext>
                  </a:extLst>
                </p14:cNvPr>
                <p14:cNvContentPartPr/>
                <p14:nvPr/>
              </p14:nvContentPartPr>
              <p14:xfrm>
                <a:off x="436222" y="3531600"/>
                <a:ext cx="228960" cy="246960"/>
              </p14:xfrm>
            </p:contentPart>
          </mc:Choice>
          <mc:Fallback xmlns="">
            <p:pic>
              <p:nvPicPr>
                <p:cNvPr id="12" name="Ink 11">
                  <a:extLst>
                    <a:ext uri="{FF2B5EF4-FFF2-40B4-BE49-F238E27FC236}">
                      <a16:creationId xmlns:a16="http://schemas.microsoft.com/office/drawing/2014/main" id="{5193CB16-7E23-B384-3016-25A1403F3B17}"/>
                    </a:ext>
                  </a:extLst>
                </p:cNvPr>
                <p:cNvPicPr/>
                <p:nvPr/>
              </p:nvPicPr>
              <p:blipFill>
                <a:blip r:embed="rId7"/>
                <a:stretch>
                  <a:fillRect/>
                </a:stretch>
              </p:blipFill>
              <p:spPr>
                <a:xfrm>
                  <a:off x="430112" y="3525480"/>
                  <a:ext cx="241181"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0797A17E-C869-560F-EF25-59E50DB6D6B2}"/>
                    </a:ext>
                  </a:extLst>
                </p14:cNvPr>
                <p14:cNvContentPartPr/>
                <p14:nvPr/>
              </p14:nvContentPartPr>
              <p14:xfrm>
                <a:off x="344062" y="3408840"/>
                <a:ext cx="341640" cy="448560"/>
              </p14:xfrm>
            </p:contentPart>
          </mc:Choice>
          <mc:Fallback xmlns="">
            <p:pic>
              <p:nvPicPr>
                <p:cNvPr id="13" name="Ink 12">
                  <a:extLst>
                    <a:ext uri="{FF2B5EF4-FFF2-40B4-BE49-F238E27FC236}">
                      <a16:creationId xmlns:a16="http://schemas.microsoft.com/office/drawing/2014/main" id="{0797A17E-C869-560F-EF25-59E50DB6D6B2}"/>
                    </a:ext>
                  </a:extLst>
                </p:cNvPr>
                <p:cNvPicPr/>
                <p:nvPr/>
              </p:nvPicPr>
              <p:blipFill>
                <a:blip r:embed="rId9"/>
                <a:stretch>
                  <a:fillRect/>
                </a:stretch>
              </p:blipFill>
              <p:spPr>
                <a:xfrm>
                  <a:off x="337942" y="3402720"/>
                  <a:ext cx="353880" cy="460800"/>
                </a:xfrm>
                <a:prstGeom prst="rect">
                  <a:avLst/>
                </a:prstGeom>
              </p:spPr>
            </p:pic>
          </mc:Fallback>
        </mc:AlternateContent>
      </p:grpSp>
      <p:grpSp>
        <p:nvGrpSpPr>
          <p:cNvPr id="16" name="Group 15">
            <a:extLst>
              <a:ext uri="{FF2B5EF4-FFF2-40B4-BE49-F238E27FC236}">
                <a16:creationId xmlns:a16="http://schemas.microsoft.com/office/drawing/2014/main" id="{9ACB3A7D-2E94-1EB3-D3F8-E8D06E256480}"/>
              </a:ext>
            </a:extLst>
          </p:cNvPr>
          <p:cNvGrpSpPr/>
          <p:nvPr/>
        </p:nvGrpSpPr>
        <p:grpSpPr>
          <a:xfrm>
            <a:off x="143902" y="4887360"/>
            <a:ext cx="605160" cy="512280"/>
            <a:chOff x="143902" y="4887360"/>
            <a:chExt cx="605160" cy="512280"/>
          </a:xfrm>
        </p:grpSpPr>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06E339E2-CDF2-E331-DA3D-D0F1FE99F2E6}"/>
                    </a:ext>
                  </a:extLst>
                </p14:cNvPr>
                <p14:cNvContentPartPr/>
                <p14:nvPr/>
              </p14:nvContentPartPr>
              <p14:xfrm>
                <a:off x="394822" y="5045400"/>
                <a:ext cx="196560" cy="234720"/>
              </p14:xfrm>
            </p:contentPart>
          </mc:Choice>
          <mc:Fallback xmlns="">
            <p:pic>
              <p:nvPicPr>
                <p:cNvPr id="14" name="Ink 13">
                  <a:extLst>
                    <a:ext uri="{FF2B5EF4-FFF2-40B4-BE49-F238E27FC236}">
                      <a16:creationId xmlns:a16="http://schemas.microsoft.com/office/drawing/2014/main" id="{06E339E2-CDF2-E331-DA3D-D0F1FE99F2E6}"/>
                    </a:ext>
                  </a:extLst>
                </p:cNvPr>
                <p:cNvPicPr/>
                <p:nvPr/>
              </p:nvPicPr>
              <p:blipFill>
                <a:blip r:embed="rId11"/>
                <a:stretch>
                  <a:fillRect/>
                </a:stretch>
              </p:blipFill>
              <p:spPr>
                <a:xfrm>
                  <a:off x="388702" y="5039280"/>
                  <a:ext cx="20880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DC0D5B0C-DBA6-23BE-04F2-966C359025D6}"/>
                    </a:ext>
                  </a:extLst>
                </p14:cNvPr>
                <p14:cNvContentPartPr/>
                <p14:nvPr/>
              </p14:nvContentPartPr>
              <p14:xfrm>
                <a:off x="143902" y="4887360"/>
                <a:ext cx="605160" cy="512280"/>
              </p14:xfrm>
            </p:contentPart>
          </mc:Choice>
          <mc:Fallback xmlns="">
            <p:pic>
              <p:nvPicPr>
                <p:cNvPr id="15" name="Ink 14">
                  <a:extLst>
                    <a:ext uri="{FF2B5EF4-FFF2-40B4-BE49-F238E27FC236}">
                      <a16:creationId xmlns:a16="http://schemas.microsoft.com/office/drawing/2014/main" id="{DC0D5B0C-DBA6-23BE-04F2-966C359025D6}"/>
                    </a:ext>
                  </a:extLst>
                </p:cNvPr>
                <p:cNvPicPr/>
                <p:nvPr/>
              </p:nvPicPr>
              <p:blipFill>
                <a:blip r:embed="rId13"/>
                <a:stretch>
                  <a:fillRect/>
                </a:stretch>
              </p:blipFill>
              <p:spPr>
                <a:xfrm>
                  <a:off x="137778" y="4881240"/>
                  <a:ext cx="617407" cy="524520"/>
                </a:xfrm>
                <a:prstGeom prst="rect">
                  <a:avLst/>
                </a:prstGeom>
              </p:spPr>
            </p:pic>
          </mc:Fallback>
        </mc:AlternateContent>
      </p:grpSp>
      <p:grpSp>
        <p:nvGrpSpPr>
          <p:cNvPr id="24" name="Group 23">
            <a:extLst>
              <a:ext uri="{FF2B5EF4-FFF2-40B4-BE49-F238E27FC236}">
                <a16:creationId xmlns:a16="http://schemas.microsoft.com/office/drawing/2014/main" id="{F8FD78F4-4C99-3871-E41C-B99E332F8954}"/>
              </a:ext>
            </a:extLst>
          </p:cNvPr>
          <p:cNvGrpSpPr/>
          <p:nvPr/>
        </p:nvGrpSpPr>
        <p:grpSpPr>
          <a:xfrm>
            <a:off x="1386622" y="1684080"/>
            <a:ext cx="7925040" cy="3274200"/>
            <a:chOff x="1386622" y="1684080"/>
            <a:chExt cx="7925040" cy="3274200"/>
          </a:xfrm>
        </p:grpSpPr>
        <mc:AlternateContent xmlns:mc="http://schemas.openxmlformats.org/markup-compatibility/2006" xmlns:p14="http://schemas.microsoft.com/office/powerpoint/2010/main">
          <mc:Choice Requires="p14">
            <p:contentPart p14:bwMode="auto" r:id="rId14">
              <p14:nvContentPartPr>
                <p14:cNvPr id="3" name="Ink 2">
                  <a:extLst>
                    <a:ext uri="{FF2B5EF4-FFF2-40B4-BE49-F238E27FC236}">
                      <a16:creationId xmlns:a16="http://schemas.microsoft.com/office/drawing/2014/main" id="{00AD4628-B8B9-5AD7-329B-4A06C38F2F74}"/>
                    </a:ext>
                  </a:extLst>
                </p14:cNvPr>
                <p14:cNvContentPartPr/>
                <p14:nvPr/>
              </p14:nvContentPartPr>
              <p14:xfrm>
                <a:off x="1712062" y="1798920"/>
                <a:ext cx="369720" cy="9360"/>
              </p14:xfrm>
            </p:contentPart>
          </mc:Choice>
          <mc:Fallback xmlns="">
            <p:pic>
              <p:nvPicPr>
                <p:cNvPr id="3" name="Ink 2">
                  <a:extLst>
                    <a:ext uri="{FF2B5EF4-FFF2-40B4-BE49-F238E27FC236}">
                      <a16:creationId xmlns:a16="http://schemas.microsoft.com/office/drawing/2014/main" id="{00AD4628-B8B9-5AD7-329B-4A06C38F2F74}"/>
                    </a:ext>
                  </a:extLst>
                </p:cNvPr>
                <p:cNvPicPr/>
                <p:nvPr/>
              </p:nvPicPr>
              <p:blipFill>
                <a:blip r:embed="rId15"/>
                <a:stretch>
                  <a:fillRect/>
                </a:stretch>
              </p:blipFill>
              <p:spPr>
                <a:xfrm>
                  <a:off x="1705942" y="1792800"/>
                  <a:ext cx="3819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Ink 4">
                  <a:extLst>
                    <a:ext uri="{FF2B5EF4-FFF2-40B4-BE49-F238E27FC236}">
                      <a16:creationId xmlns:a16="http://schemas.microsoft.com/office/drawing/2014/main" id="{CC1C27F8-C0C6-7266-FCD5-CE600D232367}"/>
                    </a:ext>
                  </a:extLst>
                </p14:cNvPr>
                <p14:cNvContentPartPr/>
                <p14:nvPr/>
              </p14:nvContentPartPr>
              <p14:xfrm>
                <a:off x="1903582" y="1849320"/>
                <a:ext cx="360" cy="249480"/>
              </p14:xfrm>
            </p:contentPart>
          </mc:Choice>
          <mc:Fallback xmlns="">
            <p:pic>
              <p:nvPicPr>
                <p:cNvPr id="5" name="Ink 4">
                  <a:extLst>
                    <a:ext uri="{FF2B5EF4-FFF2-40B4-BE49-F238E27FC236}">
                      <a16:creationId xmlns:a16="http://schemas.microsoft.com/office/drawing/2014/main" id="{CC1C27F8-C0C6-7266-FCD5-CE600D232367}"/>
                    </a:ext>
                  </a:extLst>
                </p:cNvPr>
                <p:cNvPicPr/>
                <p:nvPr/>
              </p:nvPicPr>
              <p:blipFill>
                <a:blip r:embed="rId17"/>
                <a:stretch>
                  <a:fillRect/>
                </a:stretch>
              </p:blipFill>
              <p:spPr>
                <a:xfrm>
                  <a:off x="1897462" y="1843191"/>
                  <a:ext cx="12600" cy="261738"/>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Ink 6">
                  <a:extLst>
                    <a:ext uri="{FF2B5EF4-FFF2-40B4-BE49-F238E27FC236}">
                      <a16:creationId xmlns:a16="http://schemas.microsoft.com/office/drawing/2014/main" id="{C6135EFE-70CA-4189-EC38-363ECBCAA2D1}"/>
                    </a:ext>
                  </a:extLst>
                </p14:cNvPr>
                <p14:cNvContentPartPr/>
                <p14:nvPr/>
              </p14:nvContentPartPr>
              <p14:xfrm>
                <a:off x="2747062" y="3299760"/>
                <a:ext cx="33480" cy="187200"/>
              </p14:xfrm>
            </p:contentPart>
          </mc:Choice>
          <mc:Fallback xmlns="">
            <p:pic>
              <p:nvPicPr>
                <p:cNvPr id="7" name="Ink 6">
                  <a:extLst>
                    <a:ext uri="{FF2B5EF4-FFF2-40B4-BE49-F238E27FC236}">
                      <a16:creationId xmlns:a16="http://schemas.microsoft.com/office/drawing/2014/main" id="{C6135EFE-70CA-4189-EC38-363ECBCAA2D1}"/>
                    </a:ext>
                  </a:extLst>
                </p:cNvPr>
                <p:cNvPicPr/>
                <p:nvPr/>
              </p:nvPicPr>
              <p:blipFill>
                <a:blip r:embed="rId19"/>
                <a:stretch>
                  <a:fillRect/>
                </a:stretch>
              </p:blipFill>
              <p:spPr>
                <a:xfrm>
                  <a:off x="2740942" y="3293628"/>
                  <a:ext cx="45720" cy="199464"/>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Ink 7">
                  <a:extLst>
                    <a:ext uri="{FF2B5EF4-FFF2-40B4-BE49-F238E27FC236}">
                      <a16:creationId xmlns:a16="http://schemas.microsoft.com/office/drawing/2014/main" id="{FF51B561-FA26-4D7B-85CB-B9CFC26EC7F1}"/>
                    </a:ext>
                  </a:extLst>
                </p14:cNvPr>
                <p14:cNvContentPartPr/>
                <p14:nvPr/>
              </p14:nvContentPartPr>
              <p14:xfrm>
                <a:off x="2655622" y="3299760"/>
                <a:ext cx="207720" cy="9360"/>
              </p14:xfrm>
            </p:contentPart>
          </mc:Choice>
          <mc:Fallback xmlns="">
            <p:pic>
              <p:nvPicPr>
                <p:cNvPr id="8" name="Ink 7">
                  <a:extLst>
                    <a:ext uri="{FF2B5EF4-FFF2-40B4-BE49-F238E27FC236}">
                      <a16:creationId xmlns:a16="http://schemas.microsoft.com/office/drawing/2014/main" id="{FF51B561-FA26-4D7B-85CB-B9CFC26EC7F1}"/>
                    </a:ext>
                  </a:extLst>
                </p:cNvPr>
                <p:cNvPicPr/>
                <p:nvPr/>
              </p:nvPicPr>
              <p:blipFill>
                <a:blip r:embed="rId21"/>
                <a:stretch>
                  <a:fillRect/>
                </a:stretch>
              </p:blipFill>
              <p:spPr>
                <a:xfrm>
                  <a:off x="2649502" y="3293640"/>
                  <a:ext cx="21996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993E9185-13EA-2D6D-8CD3-6DADD610D07E}"/>
                    </a:ext>
                  </a:extLst>
                </p14:cNvPr>
                <p14:cNvContentPartPr/>
                <p14:nvPr/>
              </p14:nvContentPartPr>
              <p14:xfrm>
                <a:off x="1386622" y="2584080"/>
                <a:ext cx="7925040" cy="781560"/>
              </p14:xfrm>
            </p:contentPart>
          </mc:Choice>
          <mc:Fallback xmlns="">
            <p:pic>
              <p:nvPicPr>
                <p:cNvPr id="19" name="Ink 18">
                  <a:extLst>
                    <a:ext uri="{FF2B5EF4-FFF2-40B4-BE49-F238E27FC236}">
                      <a16:creationId xmlns:a16="http://schemas.microsoft.com/office/drawing/2014/main" id="{993E9185-13EA-2D6D-8CD3-6DADD610D07E}"/>
                    </a:ext>
                  </a:extLst>
                </p:cNvPr>
                <p:cNvPicPr/>
                <p:nvPr/>
              </p:nvPicPr>
              <p:blipFill>
                <a:blip r:embed="rId23"/>
                <a:stretch>
                  <a:fillRect/>
                </a:stretch>
              </p:blipFill>
              <p:spPr>
                <a:xfrm>
                  <a:off x="1380502" y="2577960"/>
                  <a:ext cx="7937280" cy="7938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5EA4C979-B3D2-8F0A-BFC1-97F336D36FB7}"/>
                    </a:ext>
                  </a:extLst>
                </p14:cNvPr>
                <p14:cNvContentPartPr/>
                <p14:nvPr/>
              </p14:nvContentPartPr>
              <p14:xfrm>
                <a:off x="3653542" y="1684080"/>
                <a:ext cx="1493640" cy="999720"/>
              </p14:xfrm>
            </p:contentPart>
          </mc:Choice>
          <mc:Fallback xmlns="">
            <p:pic>
              <p:nvPicPr>
                <p:cNvPr id="20" name="Ink 19">
                  <a:extLst>
                    <a:ext uri="{FF2B5EF4-FFF2-40B4-BE49-F238E27FC236}">
                      <a16:creationId xmlns:a16="http://schemas.microsoft.com/office/drawing/2014/main" id="{5EA4C979-B3D2-8F0A-BFC1-97F336D36FB7}"/>
                    </a:ext>
                  </a:extLst>
                </p:cNvPr>
                <p:cNvPicPr/>
                <p:nvPr/>
              </p:nvPicPr>
              <p:blipFill>
                <a:blip r:embed="rId25"/>
                <a:stretch>
                  <a:fillRect/>
                </a:stretch>
              </p:blipFill>
              <p:spPr>
                <a:xfrm>
                  <a:off x="3647422" y="1677960"/>
                  <a:ext cx="1505880" cy="10119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4A8E377B-1689-E399-D1EC-4547F7C99FCB}"/>
                    </a:ext>
                  </a:extLst>
                </p14:cNvPr>
                <p14:cNvContentPartPr/>
                <p14:nvPr/>
              </p14:nvContentPartPr>
              <p14:xfrm>
                <a:off x="2256742" y="3358080"/>
                <a:ext cx="823320" cy="1080000"/>
              </p14:xfrm>
            </p:contentPart>
          </mc:Choice>
          <mc:Fallback xmlns="">
            <p:pic>
              <p:nvPicPr>
                <p:cNvPr id="22" name="Ink 21">
                  <a:extLst>
                    <a:ext uri="{FF2B5EF4-FFF2-40B4-BE49-F238E27FC236}">
                      <a16:creationId xmlns:a16="http://schemas.microsoft.com/office/drawing/2014/main" id="{4A8E377B-1689-E399-D1EC-4547F7C99FCB}"/>
                    </a:ext>
                  </a:extLst>
                </p:cNvPr>
                <p:cNvPicPr/>
                <p:nvPr/>
              </p:nvPicPr>
              <p:blipFill>
                <a:blip r:embed="rId27"/>
                <a:stretch>
                  <a:fillRect/>
                </a:stretch>
              </p:blipFill>
              <p:spPr>
                <a:xfrm>
                  <a:off x="2250622" y="3351960"/>
                  <a:ext cx="835560" cy="1092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5CB5CB6B-9031-2AA1-BAC7-580903E937C6}"/>
                    </a:ext>
                  </a:extLst>
                </p14:cNvPr>
                <p14:cNvContentPartPr/>
                <p14:nvPr/>
              </p14:nvContentPartPr>
              <p14:xfrm>
                <a:off x="2186182" y="3715560"/>
                <a:ext cx="1514520" cy="1242720"/>
              </p14:xfrm>
            </p:contentPart>
          </mc:Choice>
          <mc:Fallback xmlns="">
            <p:pic>
              <p:nvPicPr>
                <p:cNvPr id="23" name="Ink 22">
                  <a:extLst>
                    <a:ext uri="{FF2B5EF4-FFF2-40B4-BE49-F238E27FC236}">
                      <a16:creationId xmlns:a16="http://schemas.microsoft.com/office/drawing/2014/main" id="{5CB5CB6B-9031-2AA1-BAC7-580903E937C6}"/>
                    </a:ext>
                  </a:extLst>
                </p:cNvPr>
                <p:cNvPicPr/>
                <p:nvPr/>
              </p:nvPicPr>
              <p:blipFill>
                <a:blip r:embed="rId29"/>
                <a:stretch>
                  <a:fillRect/>
                </a:stretch>
              </p:blipFill>
              <p:spPr>
                <a:xfrm>
                  <a:off x="2180062" y="3709438"/>
                  <a:ext cx="1526760" cy="1254964"/>
                </a:xfrm>
                <a:prstGeom prst="rect">
                  <a:avLst/>
                </a:prstGeom>
              </p:spPr>
            </p:pic>
          </mc:Fallback>
        </mc:AlternateContent>
      </p:grpSp>
      <p:grpSp>
        <p:nvGrpSpPr>
          <p:cNvPr id="27" name="Group 26">
            <a:extLst>
              <a:ext uri="{FF2B5EF4-FFF2-40B4-BE49-F238E27FC236}">
                <a16:creationId xmlns:a16="http://schemas.microsoft.com/office/drawing/2014/main" id="{C70C721F-1E1D-E7AE-A060-99C38A29195C}"/>
              </a:ext>
            </a:extLst>
          </p:cNvPr>
          <p:cNvGrpSpPr/>
          <p:nvPr/>
        </p:nvGrpSpPr>
        <p:grpSpPr>
          <a:xfrm>
            <a:off x="2784502" y="5374080"/>
            <a:ext cx="1188360" cy="1068840"/>
            <a:chOff x="2784502" y="5374080"/>
            <a:chExt cx="1188360" cy="1068840"/>
          </a:xfrm>
        </p:grpSpPr>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9DBA4300-5838-053C-705C-667F0DE3B3C8}"/>
                    </a:ext>
                  </a:extLst>
                </p14:cNvPr>
                <p14:cNvContentPartPr/>
                <p14:nvPr/>
              </p14:nvContentPartPr>
              <p14:xfrm>
                <a:off x="3049462" y="5374080"/>
                <a:ext cx="811800" cy="874440"/>
              </p14:xfrm>
            </p:contentPart>
          </mc:Choice>
          <mc:Fallback xmlns="">
            <p:pic>
              <p:nvPicPr>
                <p:cNvPr id="25" name="Ink 24">
                  <a:extLst>
                    <a:ext uri="{FF2B5EF4-FFF2-40B4-BE49-F238E27FC236}">
                      <a16:creationId xmlns:a16="http://schemas.microsoft.com/office/drawing/2014/main" id="{9DBA4300-5838-053C-705C-667F0DE3B3C8}"/>
                    </a:ext>
                  </a:extLst>
                </p:cNvPr>
                <p:cNvPicPr/>
                <p:nvPr/>
              </p:nvPicPr>
              <p:blipFill>
                <a:blip r:embed="rId31"/>
                <a:stretch>
                  <a:fillRect/>
                </a:stretch>
              </p:blipFill>
              <p:spPr>
                <a:xfrm>
                  <a:off x="3043345" y="5367960"/>
                  <a:ext cx="824035" cy="886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E7793152-7D5A-C075-C1B9-56BF29ABC143}"/>
                    </a:ext>
                  </a:extLst>
                </p14:cNvPr>
                <p14:cNvContentPartPr/>
                <p14:nvPr/>
              </p14:nvContentPartPr>
              <p14:xfrm>
                <a:off x="2784502" y="5565240"/>
                <a:ext cx="1188360" cy="877680"/>
              </p14:xfrm>
            </p:contentPart>
          </mc:Choice>
          <mc:Fallback xmlns="">
            <p:pic>
              <p:nvPicPr>
                <p:cNvPr id="26" name="Ink 25">
                  <a:extLst>
                    <a:ext uri="{FF2B5EF4-FFF2-40B4-BE49-F238E27FC236}">
                      <a16:creationId xmlns:a16="http://schemas.microsoft.com/office/drawing/2014/main" id="{E7793152-7D5A-C075-C1B9-56BF29ABC143}"/>
                    </a:ext>
                  </a:extLst>
                </p:cNvPr>
                <p:cNvPicPr/>
                <p:nvPr/>
              </p:nvPicPr>
              <p:blipFill>
                <a:blip r:embed="rId33"/>
                <a:stretch>
                  <a:fillRect/>
                </a:stretch>
              </p:blipFill>
              <p:spPr>
                <a:xfrm>
                  <a:off x="2778382" y="5559120"/>
                  <a:ext cx="1200600" cy="889920"/>
                </a:xfrm>
                <a:prstGeom prst="rect">
                  <a:avLst/>
                </a:prstGeom>
              </p:spPr>
            </p:pic>
          </mc:Fallback>
        </mc:AlternateContent>
      </p:grpSp>
    </p:spTree>
    <p:extLst>
      <p:ext uri="{BB962C8B-B14F-4D97-AF65-F5344CB8AC3E}">
        <p14:creationId xmlns:p14="http://schemas.microsoft.com/office/powerpoint/2010/main" val="365431082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normAutofit/>
          </a:bodyPr>
          <a:lstStyle/>
          <a:p>
            <a:r>
              <a:rPr lang="en-US"/>
              <a:t>What will be the output?</a:t>
            </a:r>
          </a:p>
        </p:txBody>
      </p:sp>
      <p:sp>
        <p:nvSpPr>
          <p:cNvPr id="4" name="Rectangle 3">
            <a:extLst>
              <a:ext uri="{FF2B5EF4-FFF2-40B4-BE49-F238E27FC236}">
                <a16:creationId xmlns:a16="http://schemas.microsoft.com/office/drawing/2014/main" id="{37E09367-3BB4-F95F-8C38-7F14DC025F7C}"/>
              </a:ext>
            </a:extLst>
          </p:cNvPr>
          <p:cNvSpPr/>
          <p:nvPr/>
        </p:nvSpPr>
        <p:spPr>
          <a:xfrm>
            <a:off x="646111" y="1055077"/>
            <a:ext cx="10763494" cy="55479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x = 10;</a:t>
            </a:r>
          </a:p>
          <a:p>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if(</a:t>
            </a:r>
            <a:r>
              <a:rPr lang="en-US" sz="2400">
                <a:solidFill>
                  <a:schemeClr val="accent1"/>
                </a:solidFill>
                <a:latin typeface="Courier New" panose="02070309020205020404" pitchFamily="49" charset="0"/>
                <a:cs typeface="Courier New" panose="02070309020205020404" pitchFamily="49" charset="0"/>
              </a:rPr>
              <a:t>x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 if(</a:t>
            </a:r>
            <a:r>
              <a:rPr lang="en-US" sz="2400">
                <a:solidFill>
                  <a:schemeClr val="accent1"/>
                </a:solidFill>
                <a:latin typeface="Courier New" panose="02070309020205020404" pitchFamily="49" charset="0"/>
                <a:cs typeface="Courier New" panose="02070309020205020404" pitchFamily="49" charset="0"/>
              </a:rPr>
              <a:t>x ==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10.";</a:t>
            </a:r>
            <a:endParaRPr lang="en-US" sz="2400">
              <a:solidFill>
                <a:srgbClr val="92D050"/>
              </a:solidFill>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else</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5 or less.";</a:t>
            </a:r>
          </a:p>
          <a:p>
            <a:r>
              <a:rPr lang="en-US" sz="240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6DB8098-9A66-EC6B-5207-E39AE03C59A7}"/>
                  </a:ext>
                </a:extLst>
              </p14:cNvPr>
              <p14:cNvContentPartPr/>
              <p14:nvPr/>
            </p14:nvContentPartPr>
            <p14:xfrm>
              <a:off x="3570022" y="4230720"/>
              <a:ext cx="5545800" cy="284040"/>
            </p14:xfrm>
          </p:contentPart>
        </mc:Choice>
        <mc:Fallback xmlns="">
          <p:pic>
            <p:nvPicPr>
              <p:cNvPr id="3" name="Ink 2">
                <a:extLst>
                  <a:ext uri="{FF2B5EF4-FFF2-40B4-BE49-F238E27FC236}">
                    <a16:creationId xmlns:a16="http://schemas.microsoft.com/office/drawing/2014/main" id="{06DB8098-9A66-EC6B-5207-E39AE03C59A7}"/>
                  </a:ext>
                </a:extLst>
              </p:cNvPr>
              <p:cNvPicPr/>
              <p:nvPr/>
            </p:nvPicPr>
            <p:blipFill>
              <a:blip r:embed="rId3"/>
              <a:stretch>
                <a:fillRect/>
              </a:stretch>
            </p:blipFill>
            <p:spPr>
              <a:xfrm>
                <a:off x="3563902" y="4224600"/>
                <a:ext cx="5558040" cy="296280"/>
              </a:xfrm>
              <a:prstGeom prst="rect">
                <a:avLst/>
              </a:prstGeom>
            </p:spPr>
          </p:pic>
        </mc:Fallback>
      </mc:AlternateContent>
      <p:grpSp>
        <p:nvGrpSpPr>
          <p:cNvPr id="16" name="Group 15">
            <a:extLst>
              <a:ext uri="{FF2B5EF4-FFF2-40B4-BE49-F238E27FC236}">
                <a16:creationId xmlns:a16="http://schemas.microsoft.com/office/drawing/2014/main" id="{792F4FC3-FEBF-835B-6327-CA8453057676}"/>
              </a:ext>
            </a:extLst>
          </p:cNvPr>
          <p:cNvGrpSpPr/>
          <p:nvPr/>
        </p:nvGrpSpPr>
        <p:grpSpPr>
          <a:xfrm>
            <a:off x="1678222" y="1621440"/>
            <a:ext cx="8096400" cy="3058200"/>
            <a:chOff x="1678222" y="1621440"/>
            <a:chExt cx="8096400" cy="305820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938FF44-7DF0-65F4-CC12-27CF94A4FCF1}"/>
                    </a:ext>
                  </a:extLst>
                </p14:cNvPr>
                <p14:cNvContentPartPr/>
                <p14:nvPr/>
              </p14:nvContentPartPr>
              <p14:xfrm>
                <a:off x="1695862" y="1886760"/>
                <a:ext cx="407160" cy="50400"/>
              </p14:xfrm>
            </p:contentPart>
          </mc:Choice>
          <mc:Fallback xmlns="">
            <p:pic>
              <p:nvPicPr>
                <p:cNvPr id="5" name="Ink 4">
                  <a:extLst>
                    <a:ext uri="{FF2B5EF4-FFF2-40B4-BE49-F238E27FC236}">
                      <a16:creationId xmlns:a16="http://schemas.microsoft.com/office/drawing/2014/main" id="{1938FF44-7DF0-65F4-CC12-27CF94A4FCF1}"/>
                    </a:ext>
                  </a:extLst>
                </p:cNvPr>
                <p:cNvPicPr/>
                <p:nvPr/>
              </p:nvPicPr>
              <p:blipFill>
                <a:blip r:embed="rId5"/>
                <a:stretch>
                  <a:fillRect/>
                </a:stretch>
              </p:blipFill>
              <p:spPr>
                <a:xfrm>
                  <a:off x="1689742" y="1880640"/>
                  <a:ext cx="4194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6E0E318-35EE-4E5B-B89A-7E8205A2F558}"/>
                    </a:ext>
                  </a:extLst>
                </p14:cNvPr>
                <p14:cNvContentPartPr/>
                <p14:nvPr/>
              </p14:nvContentPartPr>
              <p14:xfrm>
                <a:off x="1919782" y="1940760"/>
                <a:ext cx="21600" cy="212760"/>
              </p14:xfrm>
            </p:contentPart>
          </mc:Choice>
          <mc:Fallback xmlns="">
            <p:pic>
              <p:nvPicPr>
                <p:cNvPr id="6" name="Ink 5">
                  <a:extLst>
                    <a:ext uri="{FF2B5EF4-FFF2-40B4-BE49-F238E27FC236}">
                      <a16:creationId xmlns:a16="http://schemas.microsoft.com/office/drawing/2014/main" id="{C6E0E318-35EE-4E5B-B89A-7E8205A2F558}"/>
                    </a:ext>
                  </a:extLst>
                </p:cNvPr>
                <p:cNvPicPr/>
                <p:nvPr/>
              </p:nvPicPr>
              <p:blipFill>
                <a:blip r:embed="rId7"/>
                <a:stretch>
                  <a:fillRect/>
                </a:stretch>
              </p:blipFill>
              <p:spPr>
                <a:xfrm>
                  <a:off x="1913662" y="1934650"/>
                  <a:ext cx="33840" cy="224979"/>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C73CA6B-8348-A94A-AF9C-E70C98F2541E}"/>
                    </a:ext>
                  </a:extLst>
                </p14:cNvPr>
                <p14:cNvContentPartPr/>
                <p14:nvPr/>
              </p14:nvContentPartPr>
              <p14:xfrm>
                <a:off x="1678222" y="2501280"/>
                <a:ext cx="8096400" cy="779400"/>
              </p14:xfrm>
            </p:contentPart>
          </mc:Choice>
          <mc:Fallback xmlns="">
            <p:pic>
              <p:nvPicPr>
                <p:cNvPr id="8" name="Ink 7">
                  <a:extLst>
                    <a:ext uri="{FF2B5EF4-FFF2-40B4-BE49-F238E27FC236}">
                      <a16:creationId xmlns:a16="http://schemas.microsoft.com/office/drawing/2014/main" id="{9C73CA6B-8348-A94A-AF9C-E70C98F2541E}"/>
                    </a:ext>
                  </a:extLst>
                </p:cNvPr>
                <p:cNvPicPr/>
                <p:nvPr/>
              </p:nvPicPr>
              <p:blipFill>
                <a:blip r:embed="rId9"/>
                <a:stretch>
                  <a:fillRect/>
                </a:stretch>
              </p:blipFill>
              <p:spPr>
                <a:xfrm>
                  <a:off x="1672102" y="2495160"/>
                  <a:ext cx="8108640" cy="791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C91B7BD5-C11F-42F4-B7D4-CB67A71E312F}"/>
                    </a:ext>
                  </a:extLst>
                </p14:cNvPr>
                <p14:cNvContentPartPr/>
                <p14:nvPr/>
              </p14:nvContentPartPr>
              <p14:xfrm>
                <a:off x="4250062" y="1621440"/>
                <a:ext cx="1644840" cy="880200"/>
              </p14:xfrm>
            </p:contentPart>
          </mc:Choice>
          <mc:Fallback xmlns="">
            <p:pic>
              <p:nvPicPr>
                <p:cNvPr id="9" name="Ink 8">
                  <a:extLst>
                    <a:ext uri="{FF2B5EF4-FFF2-40B4-BE49-F238E27FC236}">
                      <a16:creationId xmlns:a16="http://schemas.microsoft.com/office/drawing/2014/main" id="{C91B7BD5-C11F-42F4-B7D4-CB67A71E312F}"/>
                    </a:ext>
                  </a:extLst>
                </p:cNvPr>
                <p:cNvPicPr/>
                <p:nvPr/>
              </p:nvPicPr>
              <p:blipFill>
                <a:blip r:embed="rId11"/>
                <a:stretch>
                  <a:fillRect/>
                </a:stretch>
              </p:blipFill>
              <p:spPr>
                <a:xfrm>
                  <a:off x="4243942" y="1615320"/>
                  <a:ext cx="1657080" cy="892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AA45B161-87BC-F39C-5019-FA37484FE5EA}"/>
                    </a:ext>
                  </a:extLst>
                </p14:cNvPr>
                <p14:cNvContentPartPr/>
                <p14:nvPr/>
              </p14:nvContentPartPr>
              <p14:xfrm>
                <a:off x="2641582" y="3507840"/>
                <a:ext cx="621360" cy="1135440"/>
              </p14:xfrm>
            </p:contentPart>
          </mc:Choice>
          <mc:Fallback xmlns="">
            <p:pic>
              <p:nvPicPr>
                <p:cNvPr id="11" name="Ink 10">
                  <a:extLst>
                    <a:ext uri="{FF2B5EF4-FFF2-40B4-BE49-F238E27FC236}">
                      <a16:creationId xmlns:a16="http://schemas.microsoft.com/office/drawing/2014/main" id="{AA45B161-87BC-F39C-5019-FA37484FE5EA}"/>
                    </a:ext>
                  </a:extLst>
                </p:cNvPr>
                <p:cNvPicPr/>
                <p:nvPr/>
              </p:nvPicPr>
              <p:blipFill>
                <a:blip r:embed="rId13"/>
                <a:stretch>
                  <a:fillRect/>
                </a:stretch>
              </p:blipFill>
              <p:spPr>
                <a:xfrm>
                  <a:off x="2635462" y="3501722"/>
                  <a:ext cx="633600" cy="114767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9D6ED495-A104-E156-2500-EC095CAB4969}"/>
                    </a:ext>
                  </a:extLst>
                </p14:cNvPr>
                <p14:cNvContentPartPr/>
                <p14:nvPr/>
              </p14:nvContentPartPr>
              <p14:xfrm>
                <a:off x="2555902" y="3669840"/>
                <a:ext cx="1210320" cy="1009800"/>
              </p14:xfrm>
            </p:contentPart>
          </mc:Choice>
          <mc:Fallback xmlns="">
            <p:pic>
              <p:nvPicPr>
                <p:cNvPr id="12" name="Ink 11">
                  <a:extLst>
                    <a:ext uri="{FF2B5EF4-FFF2-40B4-BE49-F238E27FC236}">
                      <a16:creationId xmlns:a16="http://schemas.microsoft.com/office/drawing/2014/main" id="{9D6ED495-A104-E156-2500-EC095CAB4969}"/>
                    </a:ext>
                  </a:extLst>
                </p:cNvPr>
                <p:cNvPicPr/>
                <p:nvPr/>
              </p:nvPicPr>
              <p:blipFill>
                <a:blip r:embed="rId15"/>
                <a:stretch>
                  <a:fillRect/>
                </a:stretch>
              </p:blipFill>
              <p:spPr>
                <a:xfrm>
                  <a:off x="2549782" y="3663720"/>
                  <a:ext cx="1222560" cy="1022040"/>
                </a:xfrm>
                <a:prstGeom prst="rect">
                  <a:avLst/>
                </a:prstGeom>
              </p:spPr>
            </p:pic>
          </mc:Fallback>
        </mc:AlternateContent>
      </p:grpSp>
      <p:grpSp>
        <p:nvGrpSpPr>
          <p:cNvPr id="15" name="Group 14">
            <a:extLst>
              <a:ext uri="{FF2B5EF4-FFF2-40B4-BE49-F238E27FC236}">
                <a16:creationId xmlns:a16="http://schemas.microsoft.com/office/drawing/2014/main" id="{558DA92A-95B2-FB6D-4622-E324310480C6}"/>
              </a:ext>
            </a:extLst>
          </p:cNvPr>
          <p:cNvGrpSpPr/>
          <p:nvPr/>
        </p:nvGrpSpPr>
        <p:grpSpPr>
          <a:xfrm>
            <a:off x="3071422" y="5320080"/>
            <a:ext cx="993240" cy="865440"/>
            <a:chOff x="3071422" y="5320080"/>
            <a:chExt cx="993240" cy="865440"/>
          </a:xfrm>
        </p:grpSpPr>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F012A54-73A5-E672-FEFF-C8DDEE4DBE58}"/>
                    </a:ext>
                  </a:extLst>
                </p14:cNvPr>
                <p14:cNvContentPartPr/>
                <p14:nvPr/>
              </p14:nvContentPartPr>
              <p14:xfrm>
                <a:off x="3403702" y="5320080"/>
                <a:ext cx="569880" cy="762120"/>
              </p14:xfrm>
            </p:contentPart>
          </mc:Choice>
          <mc:Fallback xmlns="">
            <p:pic>
              <p:nvPicPr>
                <p:cNvPr id="13" name="Ink 12">
                  <a:extLst>
                    <a:ext uri="{FF2B5EF4-FFF2-40B4-BE49-F238E27FC236}">
                      <a16:creationId xmlns:a16="http://schemas.microsoft.com/office/drawing/2014/main" id="{2F012A54-73A5-E672-FEFF-C8DDEE4DBE58}"/>
                    </a:ext>
                  </a:extLst>
                </p:cNvPr>
                <p:cNvPicPr/>
                <p:nvPr/>
              </p:nvPicPr>
              <p:blipFill>
                <a:blip r:embed="rId17"/>
                <a:stretch>
                  <a:fillRect/>
                </a:stretch>
              </p:blipFill>
              <p:spPr>
                <a:xfrm>
                  <a:off x="3397582" y="5313960"/>
                  <a:ext cx="582120" cy="774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34B43406-00D1-5350-D167-58A6ED184500}"/>
                    </a:ext>
                  </a:extLst>
                </p14:cNvPr>
                <p14:cNvContentPartPr/>
                <p14:nvPr/>
              </p14:nvContentPartPr>
              <p14:xfrm>
                <a:off x="3071422" y="5448960"/>
                <a:ext cx="993240" cy="736560"/>
              </p14:xfrm>
            </p:contentPart>
          </mc:Choice>
          <mc:Fallback xmlns="">
            <p:pic>
              <p:nvPicPr>
                <p:cNvPr id="14" name="Ink 13">
                  <a:extLst>
                    <a:ext uri="{FF2B5EF4-FFF2-40B4-BE49-F238E27FC236}">
                      <a16:creationId xmlns:a16="http://schemas.microsoft.com/office/drawing/2014/main" id="{34B43406-00D1-5350-D167-58A6ED184500}"/>
                    </a:ext>
                  </a:extLst>
                </p:cNvPr>
                <p:cNvPicPr/>
                <p:nvPr/>
              </p:nvPicPr>
              <p:blipFill>
                <a:blip r:embed="rId19"/>
                <a:stretch>
                  <a:fillRect/>
                </a:stretch>
              </p:blipFill>
              <p:spPr>
                <a:xfrm>
                  <a:off x="3065302" y="5442840"/>
                  <a:ext cx="1005480" cy="748800"/>
                </a:xfrm>
                <a:prstGeom prst="rect">
                  <a:avLst/>
                </a:prstGeom>
              </p:spPr>
            </p:pic>
          </mc:Fallback>
        </mc:AlternateContent>
      </p:grpSp>
    </p:spTree>
    <p:extLst>
      <p:ext uri="{BB962C8B-B14F-4D97-AF65-F5344CB8AC3E}">
        <p14:creationId xmlns:p14="http://schemas.microsoft.com/office/powerpoint/2010/main" val="125134016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Nested Conditionals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1710397"/>
          </a:xfrm>
        </p:spPr>
        <p:txBody>
          <a:bodyPr>
            <a:normAutofit/>
          </a:bodyPr>
          <a:lstStyle/>
          <a:p>
            <a:pPr>
              <a:buFontTx/>
              <a:buChar char="-"/>
            </a:pPr>
            <a:r>
              <a:rPr lang="en-US" sz="3200"/>
              <a:t>If, else if, and else statements can be nested inside of each other. It checks the outer most one first, then works it’s way down.</a:t>
            </a:r>
          </a:p>
        </p:txBody>
      </p:sp>
      <p:sp>
        <p:nvSpPr>
          <p:cNvPr id="4" name="Rectangle 3">
            <a:extLst>
              <a:ext uri="{FF2B5EF4-FFF2-40B4-BE49-F238E27FC236}">
                <a16:creationId xmlns:a16="http://schemas.microsoft.com/office/drawing/2014/main" id="{37E09367-3BB4-F95F-8C38-7F14DC025F7C}"/>
              </a:ext>
            </a:extLst>
          </p:cNvPr>
          <p:cNvSpPr/>
          <p:nvPr/>
        </p:nvSpPr>
        <p:spPr>
          <a:xfrm>
            <a:off x="307731" y="3490546"/>
            <a:ext cx="11637748" cy="29147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number = 8;</a:t>
            </a:r>
          </a:p>
          <a:p>
            <a:r>
              <a:rPr lang="en-US" sz="2400">
                <a:latin typeface="Courier New" panose="02070309020205020404" pitchFamily="49" charset="0"/>
                <a:cs typeface="Courier New" panose="02070309020205020404" pitchFamily="49" charset="0"/>
              </a:rPr>
              <a:t>if (</a:t>
            </a:r>
            <a:r>
              <a:rPr lang="en-US" sz="2400">
                <a:solidFill>
                  <a:schemeClr val="accent1"/>
                </a:solidFill>
                <a:latin typeface="Courier New" panose="02070309020205020404" pitchFamily="49" charset="0"/>
                <a:cs typeface="Courier New" panose="02070309020205020404" pitchFamily="49" charset="0"/>
              </a:rPr>
              <a:t>number &gt; 5</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if (</a:t>
            </a:r>
            <a:r>
              <a:rPr lang="en-US" sz="2400">
                <a:solidFill>
                  <a:schemeClr val="accent1"/>
                </a:solidFill>
                <a:latin typeface="Courier New" panose="02070309020205020404" pitchFamily="49" charset="0"/>
                <a:cs typeface="Courier New" panose="02070309020205020404" pitchFamily="49" charset="0"/>
              </a:rPr>
              <a:t>number &lt;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between 5 and 10.";</a:t>
            </a:r>
          </a:p>
          <a:p>
            <a:r>
              <a:rPr lang="en-US" sz="2400">
                <a:latin typeface="Courier New" panose="02070309020205020404" pitchFamily="49" charset="0"/>
                <a:cs typeface="Courier New" panose="02070309020205020404" pitchFamily="49" charset="0"/>
              </a:rPr>
              <a:t>    }</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1604041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Combining Conditionals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1710397"/>
          </a:xfrm>
        </p:spPr>
        <p:txBody>
          <a:bodyPr>
            <a:normAutofit/>
          </a:bodyPr>
          <a:lstStyle/>
          <a:p>
            <a:pPr>
              <a:buFontTx/>
              <a:buChar char="-"/>
            </a:pPr>
            <a:r>
              <a:rPr lang="en-US" sz="3200"/>
              <a:t>Sometimes you need to check 2 or more things at the same time. You could nest, but the more efficient way is using AND, OR and NOT</a:t>
            </a:r>
          </a:p>
        </p:txBody>
      </p:sp>
      <p:sp>
        <p:nvSpPr>
          <p:cNvPr id="4" name="Rectangle 3">
            <a:extLst>
              <a:ext uri="{FF2B5EF4-FFF2-40B4-BE49-F238E27FC236}">
                <a16:creationId xmlns:a16="http://schemas.microsoft.com/office/drawing/2014/main" id="{37E09367-3BB4-F95F-8C38-7F14DC025F7C}"/>
              </a:ext>
            </a:extLst>
          </p:cNvPr>
          <p:cNvSpPr/>
          <p:nvPr/>
        </p:nvSpPr>
        <p:spPr>
          <a:xfrm>
            <a:off x="277126" y="4158761"/>
            <a:ext cx="11637748" cy="17103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bg1"/>
                </a:solidFill>
                <a:latin typeface="Courier New" panose="02070309020205020404" pitchFamily="49" charset="0"/>
                <a:cs typeface="Courier New" panose="02070309020205020404" pitchFamily="49" charset="0"/>
              </a:rPr>
              <a:t>if (condition1 &amp;&amp; condition2)</a:t>
            </a:r>
          </a:p>
          <a:p>
            <a:r>
              <a:rPr lang="en-US" sz="2400">
                <a:solidFill>
                  <a:schemeClr val="bg1"/>
                </a:solidFill>
                <a:latin typeface="Courier New" panose="02070309020205020404" pitchFamily="49" charset="0"/>
                <a:cs typeface="Courier New" panose="02070309020205020404" pitchFamily="49" charset="0"/>
              </a:rPr>
              <a:t>{</a:t>
            </a:r>
          </a:p>
          <a:p>
            <a:r>
              <a:rPr lang="en-US" sz="2400">
                <a:solidFill>
                  <a:schemeClr val="bg1"/>
                </a:solidFill>
                <a:latin typeface="Courier New" panose="02070309020205020404" pitchFamily="49" charset="0"/>
                <a:cs typeface="Courier New" panose="02070309020205020404" pitchFamily="49" charset="0"/>
              </a:rPr>
              <a:t>    // Code when both conditions are true</a:t>
            </a:r>
          </a:p>
          <a:p>
            <a:r>
              <a:rPr lang="en-US" sz="240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2733889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AND (&amp;&amp;)</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&amp;&amp; -&gt; AND</a:t>
            </a:r>
          </a:p>
          <a:p>
            <a:pPr lvl="1">
              <a:buFontTx/>
              <a:buChar char="-"/>
            </a:pPr>
            <a:r>
              <a:rPr lang="en-US" sz="3000"/>
              <a:t>Both sides have to be true for it to run</a:t>
            </a:r>
          </a:p>
          <a:p>
            <a:pPr lvl="1">
              <a:buFontTx/>
              <a:buChar char="-"/>
            </a:pPr>
            <a:endParaRPr lang="en-US" sz="3000"/>
          </a:p>
          <a:p>
            <a:pPr lvl="1">
              <a:buFontTx/>
              <a:buChar char="-"/>
            </a:pPr>
            <a:endParaRPr lang="en-US" sz="3000"/>
          </a:p>
        </p:txBody>
      </p:sp>
      <p:sp>
        <p:nvSpPr>
          <p:cNvPr id="4" name="Rectangle 3">
            <a:extLst>
              <a:ext uri="{FF2B5EF4-FFF2-40B4-BE49-F238E27FC236}">
                <a16:creationId xmlns:a16="http://schemas.microsoft.com/office/drawing/2014/main" id="{37E09367-3BB4-F95F-8C38-7F14DC025F7C}"/>
              </a:ext>
            </a:extLst>
          </p:cNvPr>
          <p:cNvSpPr/>
          <p:nvPr/>
        </p:nvSpPr>
        <p:spPr>
          <a:xfrm>
            <a:off x="277126" y="4158761"/>
            <a:ext cx="11637748" cy="17103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bg1"/>
                </a:solidFill>
                <a:latin typeface="Courier New" panose="02070309020205020404" pitchFamily="49" charset="0"/>
                <a:cs typeface="Courier New" panose="02070309020205020404" pitchFamily="49" charset="0"/>
              </a:rPr>
              <a:t>if (condition1 </a:t>
            </a:r>
            <a:r>
              <a:rPr lang="en-US" sz="2400" b="1">
                <a:solidFill>
                  <a:schemeClr val="accent1"/>
                </a:solidFill>
                <a:latin typeface="Courier New" panose="02070309020205020404" pitchFamily="49" charset="0"/>
                <a:cs typeface="Courier New" panose="02070309020205020404" pitchFamily="49" charset="0"/>
              </a:rPr>
              <a:t>&amp;&amp;</a:t>
            </a:r>
            <a:r>
              <a:rPr lang="en-US" sz="2400">
                <a:solidFill>
                  <a:schemeClr val="bg1"/>
                </a:solidFill>
                <a:latin typeface="Courier New" panose="02070309020205020404" pitchFamily="49" charset="0"/>
                <a:cs typeface="Courier New" panose="02070309020205020404" pitchFamily="49" charset="0"/>
              </a:rPr>
              <a:t> condition2)</a:t>
            </a:r>
          </a:p>
          <a:p>
            <a:r>
              <a:rPr lang="en-US" sz="2400">
                <a:solidFill>
                  <a:schemeClr val="bg1"/>
                </a:solidFill>
                <a:latin typeface="Courier New" panose="02070309020205020404" pitchFamily="49" charset="0"/>
                <a:cs typeface="Courier New" panose="02070309020205020404" pitchFamily="49" charset="0"/>
              </a:rPr>
              <a:t>{</a:t>
            </a:r>
          </a:p>
          <a:p>
            <a:r>
              <a:rPr lang="en-US" sz="2400">
                <a:solidFill>
                  <a:schemeClr val="bg1"/>
                </a:solidFill>
                <a:latin typeface="Courier New" panose="02070309020205020404" pitchFamily="49" charset="0"/>
                <a:cs typeface="Courier New" panose="02070309020205020404" pitchFamily="49" charset="0"/>
              </a:rPr>
              <a:t>    // Code when both conditions are true</a:t>
            </a:r>
          </a:p>
          <a:p>
            <a:r>
              <a:rPr lang="en-US" sz="240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3904977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AND (&amp;&amp;)</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&amp;&amp; -&gt; AND</a:t>
            </a:r>
          </a:p>
          <a:p>
            <a:pPr lvl="1">
              <a:buFontTx/>
              <a:buChar char="-"/>
            </a:pPr>
            <a:r>
              <a:rPr lang="en-US" sz="3000"/>
              <a:t>Both sides have to be true for it to run</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2690446"/>
            <a:ext cx="11637748" cy="37148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number = 20;</a:t>
            </a:r>
          </a:p>
          <a:p>
            <a:r>
              <a:rPr lang="en-US" sz="2400">
                <a:latin typeface="Courier New" panose="02070309020205020404" pitchFamily="49" charset="0"/>
                <a:cs typeface="Courier New" panose="02070309020205020404" pitchFamily="49" charset="0"/>
              </a:rPr>
              <a:t>if (</a:t>
            </a:r>
            <a:r>
              <a:rPr lang="en-US" sz="2400">
                <a:solidFill>
                  <a:schemeClr val="bg1"/>
                </a:solidFill>
                <a:latin typeface="Courier New" panose="02070309020205020404" pitchFamily="49" charset="0"/>
                <a:cs typeface="Courier New" panose="02070309020205020404" pitchFamily="49" charset="0"/>
              </a:rPr>
              <a:t>number &gt; 5 </a:t>
            </a:r>
            <a:r>
              <a:rPr lang="en-US" sz="2400" b="1">
                <a:solidFill>
                  <a:schemeClr val="accent1"/>
                </a:solidFill>
                <a:latin typeface="Courier New" panose="02070309020205020404" pitchFamily="49" charset="0"/>
                <a:cs typeface="Courier New" panose="02070309020205020404" pitchFamily="49" charset="0"/>
              </a:rPr>
              <a:t>&amp;&amp;</a:t>
            </a:r>
            <a:r>
              <a:rPr lang="en-US" sz="2400">
                <a:solidFill>
                  <a:schemeClr val="accent4"/>
                </a:solidFill>
                <a:latin typeface="Courier New" panose="02070309020205020404" pitchFamily="49" charset="0"/>
                <a:cs typeface="Courier New" panose="02070309020205020404" pitchFamily="49" charset="0"/>
              </a:rPr>
              <a:t> </a:t>
            </a:r>
            <a:r>
              <a:rPr lang="en-US" sz="2400">
                <a:solidFill>
                  <a:schemeClr val="bg1"/>
                </a:solidFill>
                <a:latin typeface="Courier New" panose="02070309020205020404" pitchFamily="49" charset="0"/>
                <a:cs typeface="Courier New" panose="02070309020205020404" pitchFamily="49" charset="0"/>
              </a:rPr>
              <a:t>number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"The number is greater than 5 and 10.";</a:t>
            </a:r>
          </a:p>
          <a:p>
            <a:r>
              <a:rPr lang="en-US" sz="240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49C2112F-143B-2074-26FF-5B0F2E1CEEEF}"/>
              </a:ext>
            </a:extLst>
          </p:cNvPr>
          <p:cNvSpPr txBox="1"/>
          <p:nvPr/>
        </p:nvSpPr>
        <p:spPr>
          <a:xfrm>
            <a:off x="646111" y="6405282"/>
            <a:ext cx="10187352" cy="369332"/>
          </a:xfrm>
          <a:prstGeom prst="rect">
            <a:avLst/>
          </a:prstGeom>
          <a:noFill/>
        </p:spPr>
        <p:txBody>
          <a:bodyPr wrap="square" rtlCol="0">
            <a:spAutoFit/>
          </a:bodyPr>
          <a:lstStyle/>
          <a:p>
            <a:r>
              <a:rPr lang="en-US"/>
              <a:t>Output: The number is greater than 5 and 10.</a:t>
            </a:r>
          </a:p>
        </p:txBody>
      </p:sp>
    </p:spTree>
    <p:extLst>
      <p:ext uri="{BB962C8B-B14F-4D97-AF65-F5344CB8AC3E}">
        <p14:creationId xmlns:p14="http://schemas.microsoft.com/office/powerpoint/2010/main" val="75438886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a:t>
            </a:r>
            <a:r>
              <a:rPr lang="en-US" dirty="0"/>
              <a:t>OR (||)</a:t>
            </a:r>
            <a:endParaRPr lang="en-US"/>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OR</a:t>
            </a:r>
          </a:p>
          <a:p>
            <a:pPr lvl="1">
              <a:buFontTx/>
              <a:buChar char="-"/>
            </a:pPr>
            <a:r>
              <a:rPr lang="en-US" sz="3000"/>
              <a:t>Either sides (or both) can be true for it to run</a:t>
            </a:r>
          </a:p>
        </p:txBody>
      </p:sp>
      <p:sp>
        <p:nvSpPr>
          <p:cNvPr id="4" name="Rectangle 3">
            <a:extLst>
              <a:ext uri="{FF2B5EF4-FFF2-40B4-BE49-F238E27FC236}">
                <a16:creationId xmlns:a16="http://schemas.microsoft.com/office/drawing/2014/main" id="{37E09367-3BB4-F95F-8C38-7F14DC025F7C}"/>
              </a:ext>
            </a:extLst>
          </p:cNvPr>
          <p:cNvSpPr/>
          <p:nvPr/>
        </p:nvSpPr>
        <p:spPr>
          <a:xfrm>
            <a:off x="277126" y="4158761"/>
            <a:ext cx="11637748" cy="17103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bg1"/>
                </a:solidFill>
                <a:latin typeface="Courier New" panose="02070309020205020404" pitchFamily="49" charset="0"/>
                <a:cs typeface="Courier New" panose="02070309020205020404" pitchFamily="49" charset="0"/>
              </a:rPr>
              <a:t>if (condition1 </a:t>
            </a:r>
            <a:r>
              <a:rPr lang="en-US" sz="2400" b="1">
                <a:solidFill>
                  <a:schemeClr val="bg1"/>
                </a:solidFill>
                <a:latin typeface="Courier New" panose="02070309020205020404" pitchFamily="49" charset="0"/>
                <a:cs typeface="Courier New" panose="02070309020205020404" pitchFamily="49" charset="0"/>
              </a:rPr>
              <a:t>||</a:t>
            </a:r>
            <a:r>
              <a:rPr lang="en-US" sz="2400">
                <a:solidFill>
                  <a:schemeClr val="bg1"/>
                </a:solidFill>
                <a:latin typeface="Courier New" panose="02070309020205020404" pitchFamily="49" charset="0"/>
                <a:cs typeface="Courier New" panose="02070309020205020404" pitchFamily="49" charset="0"/>
              </a:rPr>
              <a:t> condition2)</a:t>
            </a:r>
          </a:p>
          <a:p>
            <a:r>
              <a:rPr lang="en-US" sz="2400">
                <a:solidFill>
                  <a:schemeClr val="bg1"/>
                </a:solidFill>
                <a:latin typeface="Courier New" panose="02070309020205020404" pitchFamily="49" charset="0"/>
                <a:cs typeface="Courier New" panose="02070309020205020404" pitchFamily="49" charset="0"/>
              </a:rPr>
              <a:t>{</a:t>
            </a:r>
          </a:p>
          <a:p>
            <a:r>
              <a:rPr lang="en-US" sz="2400">
                <a:solidFill>
                  <a:schemeClr val="bg1"/>
                </a:solidFill>
                <a:latin typeface="Courier New" panose="02070309020205020404" pitchFamily="49" charset="0"/>
                <a:cs typeface="Courier New" panose="02070309020205020404" pitchFamily="49" charset="0"/>
              </a:rPr>
              <a:t>    // Code when either side (or both) is true</a:t>
            </a:r>
          </a:p>
          <a:p>
            <a:r>
              <a:rPr lang="en-US" sz="240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2691153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OR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OR</a:t>
            </a:r>
          </a:p>
          <a:p>
            <a:pPr lvl="1">
              <a:buFontTx/>
              <a:buChar char="-"/>
            </a:pPr>
            <a:r>
              <a:rPr lang="en-US" sz="3000"/>
              <a:t>Either sides (or both) can be true for it to run</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2690446"/>
            <a:ext cx="11637748" cy="37148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number = 3;</a:t>
            </a:r>
          </a:p>
          <a:p>
            <a:r>
              <a:rPr lang="en-US" sz="2400">
                <a:latin typeface="Courier New" panose="02070309020205020404" pitchFamily="49" charset="0"/>
                <a:cs typeface="Courier New" panose="02070309020205020404" pitchFamily="49" charset="0"/>
              </a:rPr>
              <a:t>if (</a:t>
            </a:r>
            <a:r>
              <a:rPr lang="en-US" sz="2400">
                <a:solidFill>
                  <a:schemeClr val="bg1"/>
                </a:solidFill>
                <a:latin typeface="Courier New" panose="02070309020205020404" pitchFamily="49" charset="0"/>
                <a:cs typeface="Courier New" panose="02070309020205020404" pitchFamily="49" charset="0"/>
              </a:rPr>
              <a:t>number &lt; 5 </a:t>
            </a:r>
            <a:r>
              <a:rPr lang="en-US" sz="2400" b="1">
                <a:solidFill>
                  <a:schemeClr val="accent1"/>
                </a:solidFill>
                <a:latin typeface="Courier New" panose="02070309020205020404" pitchFamily="49" charset="0"/>
                <a:cs typeface="Courier New" panose="02070309020205020404" pitchFamily="49" charset="0"/>
              </a:rPr>
              <a:t>||</a:t>
            </a:r>
            <a:r>
              <a:rPr lang="en-US" sz="2400">
                <a:solidFill>
                  <a:schemeClr val="accent4"/>
                </a:solidFill>
                <a:latin typeface="Courier New" panose="02070309020205020404" pitchFamily="49" charset="0"/>
                <a:cs typeface="Courier New" panose="02070309020205020404" pitchFamily="49" charset="0"/>
              </a:rPr>
              <a:t> </a:t>
            </a:r>
            <a:r>
              <a:rPr lang="en-US" sz="2400">
                <a:solidFill>
                  <a:schemeClr val="bg1"/>
                </a:solidFill>
                <a:latin typeface="Courier New" panose="02070309020205020404" pitchFamily="49" charset="0"/>
                <a:cs typeface="Courier New" panose="02070309020205020404" pitchFamily="49" charset="0"/>
              </a:rPr>
              <a:t>number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”YAY";</a:t>
            </a:r>
          </a:p>
          <a:p>
            <a:r>
              <a:rPr lang="en-US" sz="240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B4AE568D-138E-22CF-0C8E-FF0F9341B6D4}"/>
              </a:ext>
            </a:extLst>
          </p:cNvPr>
          <p:cNvSpPr txBox="1"/>
          <p:nvPr/>
        </p:nvSpPr>
        <p:spPr>
          <a:xfrm>
            <a:off x="646111" y="6405282"/>
            <a:ext cx="10187352" cy="369332"/>
          </a:xfrm>
          <a:prstGeom prst="rect">
            <a:avLst/>
          </a:prstGeom>
          <a:noFill/>
        </p:spPr>
        <p:txBody>
          <a:bodyPr wrap="square" rtlCol="0">
            <a:spAutoFit/>
          </a:bodyPr>
          <a:lstStyle/>
          <a:p>
            <a:r>
              <a:rPr lang="en-US"/>
              <a:t>Output: YAY</a:t>
            </a:r>
          </a:p>
        </p:txBody>
      </p:sp>
      <p:grpSp>
        <p:nvGrpSpPr>
          <p:cNvPr id="14" name="Group 13">
            <a:extLst>
              <a:ext uri="{FF2B5EF4-FFF2-40B4-BE49-F238E27FC236}">
                <a16:creationId xmlns:a16="http://schemas.microsoft.com/office/drawing/2014/main" id="{3359B16E-43F4-5E9A-3133-69FCFF8B1E45}"/>
              </a:ext>
            </a:extLst>
          </p:cNvPr>
          <p:cNvGrpSpPr/>
          <p:nvPr/>
        </p:nvGrpSpPr>
        <p:grpSpPr>
          <a:xfrm>
            <a:off x="1370782" y="4330800"/>
            <a:ext cx="3358080" cy="873720"/>
            <a:chOff x="1370782" y="4330800"/>
            <a:chExt cx="3358080" cy="87372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56F1AF-124E-A58C-AACB-543CF0C2BD7D}"/>
                    </a:ext>
                  </a:extLst>
                </p14:cNvPr>
                <p14:cNvContentPartPr/>
                <p14:nvPr/>
              </p14:nvContentPartPr>
              <p14:xfrm>
                <a:off x="1831582" y="4330800"/>
                <a:ext cx="276120" cy="38160"/>
              </p14:xfrm>
            </p:contentPart>
          </mc:Choice>
          <mc:Fallback xmlns="">
            <p:pic>
              <p:nvPicPr>
                <p:cNvPr id="5" name="Ink 4">
                  <a:extLst>
                    <a:ext uri="{FF2B5EF4-FFF2-40B4-BE49-F238E27FC236}">
                      <a16:creationId xmlns:a16="http://schemas.microsoft.com/office/drawing/2014/main" id="{BE56F1AF-124E-A58C-AACB-543CF0C2BD7D}"/>
                    </a:ext>
                  </a:extLst>
                </p:cNvPr>
                <p:cNvPicPr/>
                <p:nvPr/>
              </p:nvPicPr>
              <p:blipFill>
                <a:blip r:embed="rId4"/>
                <a:stretch>
                  <a:fillRect/>
                </a:stretch>
              </p:blipFill>
              <p:spPr>
                <a:xfrm>
                  <a:off x="1825454" y="4324680"/>
                  <a:ext cx="288376"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19D2ED2-322D-354B-F701-1A6C7DA3F053}"/>
                    </a:ext>
                  </a:extLst>
                </p14:cNvPr>
                <p14:cNvContentPartPr/>
                <p14:nvPr/>
              </p14:nvContentPartPr>
              <p14:xfrm>
                <a:off x="1944982" y="4363920"/>
                <a:ext cx="42120" cy="254880"/>
              </p14:xfrm>
            </p:contentPart>
          </mc:Choice>
          <mc:Fallback xmlns="">
            <p:pic>
              <p:nvPicPr>
                <p:cNvPr id="6" name="Ink 5">
                  <a:extLst>
                    <a:ext uri="{FF2B5EF4-FFF2-40B4-BE49-F238E27FC236}">
                      <a16:creationId xmlns:a16="http://schemas.microsoft.com/office/drawing/2014/main" id="{419D2ED2-322D-354B-F701-1A6C7DA3F053}"/>
                    </a:ext>
                  </a:extLst>
                </p:cNvPr>
                <p:cNvPicPr/>
                <p:nvPr/>
              </p:nvPicPr>
              <p:blipFill>
                <a:blip r:embed="rId6"/>
                <a:stretch>
                  <a:fillRect/>
                </a:stretch>
              </p:blipFill>
              <p:spPr>
                <a:xfrm>
                  <a:off x="1938862" y="4357800"/>
                  <a:ext cx="5436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04CA6DBF-F84F-4108-F3AA-4B1045B2D6EB}"/>
                    </a:ext>
                  </a:extLst>
                </p14:cNvPr>
                <p14:cNvContentPartPr/>
                <p14:nvPr/>
              </p14:nvContentPartPr>
              <p14:xfrm>
                <a:off x="4459942" y="4336200"/>
                <a:ext cx="8280" cy="265680"/>
              </p14:xfrm>
            </p:contentPart>
          </mc:Choice>
          <mc:Fallback xmlns="">
            <p:pic>
              <p:nvPicPr>
                <p:cNvPr id="9" name="Ink 8">
                  <a:extLst>
                    <a:ext uri="{FF2B5EF4-FFF2-40B4-BE49-F238E27FC236}">
                      <a16:creationId xmlns:a16="http://schemas.microsoft.com/office/drawing/2014/main" id="{04CA6DBF-F84F-4108-F3AA-4B1045B2D6EB}"/>
                    </a:ext>
                  </a:extLst>
                </p:cNvPr>
                <p:cNvPicPr/>
                <p:nvPr/>
              </p:nvPicPr>
              <p:blipFill>
                <a:blip r:embed="rId8"/>
                <a:stretch>
                  <a:fillRect/>
                </a:stretch>
              </p:blipFill>
              <p:spPr>
                <a:xfrm>
                  <a:off x="4453822" y="4330072"/>
                  <a:ext cx="20520" cy="277937"/>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95F8307E-FB15-721C-34FC-795342F61AA5}"/>
                    </a:ext>
                  </a:extLst>
                </p14:cNvPr>
                <p14:cNvContentPartPr/>
                <p14:nvPr/>
              </p14:nvContentPartPr>
              <p14:xfrm>
                <a:off x="4397662" y="4343400"/>
                <a:ext cx="331200" cy="54360"/>
              </p14:xfrm>
            </p:contentPart>
          </mc:Choice>
          <mc:Fallback xmlns="">
            <p:pic>
              <p:nvPicPr>
                <p:cNvPr id="10" name="Ink 9">
                  <a:extLst>
                    <a:ext uri="{FF2B5EF4-FFF2-40B4-BE49-F238E27FC236}">
                      <a16:creationId xmlns:a16="http://schemas.microsoft.com/office/drawing/2014/main" id="{95F8307E-FB15-721C-34FC-795342F61AA5}"/>
                    </a:ext>
                  </a:extLst>
                </p:cNvPr>
                <p:cNvPicPr/>
                <p:nvPr/>
              </p:nvPicPr>
              <p:blipFill>
                <a:blip r:embed="rId10"/>
                <a:stretch>
                  <a:fillRect/>
                </a:stretch>
              </p:blipFill>
              <p:spPr>
                <a:xfrm>
                  <a:off x="4391542" y="4337280"/>
                  <a:ext cx="34344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CAACAC4C-D232-9FE8-A1E6-0C8BC110EF67}"/>
                    </a:ext>
                  </a:extLst>
                </p14:cNvPr>
                <p14:cNvContentPartPr/>
                <p14:nvPr/>
              </p14:nvContentPartPr>
              <p14:xfrm>
                <a:off x="4426102" y="4463640"/>
                <a:ext cx="225360" cy="21240"/>
              </p14:xfrm>
            </p:contentPart>
          </mc:Choice>
          <mc:Fallback xmlns="">
            <p:pic>
              <p:nvPicPr>
                <p:cNvPr id="11" name="Ink 10">
                  <a:extLst>
                    <a:ext uri="{FF2B5EF4-FFF2-40B4-BE49-F238E27FC236}">
                      <a16:creationId xmlns:a16="http://schemas.microsoft.com/office/drawing/2014/main" id="{CAACAC4C-D232-9FE8-A1E6-0C8BC110EF67}"/>
                    </a:ext>
                  </a:extLst>
                </p:cNvPr>
                <p:cNvPicPr/>
                <p:nvPr/>
              </p:nvPicPr>
              <p:blipFill>
                <a:blip r:embed="rId12"/>
                <a:stretch>
                  <a:fillRect/>
                </a:stretch>
              </p:blipFill>
              <p:spPr>
                <a:xfrm>
                  <a:off x="4419982" y="4457622"/>
                  <a:ext cx="237600" cy="33276"/>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ABE67901-D77B-96BC-3DC0-C4833E6C9B9C}"/>
                    </a:ext>
                  </a:extLst>
                </p14:cNvPr>
                <p14:cNvContentPartPr/>
                <p14:nvPr/>
              </p14:nvContentPartPr>
              <p14:xfrm>
                <a:off x="1370782" y="4642560"/>
                <a:ext cx="2694600" cy="561960"/>
              </p14:xfrm>
            </p:contentPart>
          </mc:Choice>
          <mc:Fallback xmlns="">
            <p:pic>
              <p:nvPicPr>
                <p:cNvPr id="13" name="Ink 12">
                  <a:extLst>
                    <a:ext uri="{FF2B5EF4-FFF2-40B4-BE49-F238E27FC236}">
                      <a16:creationId xmlns:a16="http://schemas.microsoft.com/office/drawing/2014/main" id="{ABE67901-D77B-96BC-3DC0-C4833E6C9B9C}"/>
                    </a:ext>
                  </a:extLst>
                </p:cNvPr>
                <p:cNvPicPr/>
                <p:nvPr/>
              </p:nvPicPr>
              <p:blipFill>
                <a:blip r:embed="rId14"/>
                <a:stretch>
                  <a:fillRect/>
                </a:stretch>
              </p:blipFill>
              <p:spPr>
                <a:xfrm>
                  <a:off x="1364662" y="4636444"/>
                  <a:ext cx="2706840" cy="574192"/>
                </a:xfrm>
                <a:prstGeom prst="rect">
                  <a:avLst/>
                </a:prstGeom>
              </p:spPr>
            </p:pic>
          </mc:Fallback>
        </mc:AlternateContent>
      </p:grpSp>
    </p:spTree>
    <p:extLst>
      <p:ext uri="{BB962C8B-B14F-4D97-AF65-F5344CB8AC3E}">
        <p14:creationId xmlns:p14="http://schemas.microsoft.com/office/powerpoint/2010/main" val="237767751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OR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OR</a:t>
            </a:r>
          </a:p>
          <a:p>
            <a:pPr lvl="1">
              <a:buFontTx/>
              <a:buChar char="-"/>
            </a:pPr>
            <a:r>
              <a:rPr lang="en-US" sz="3000"/>
              <a:t>Either sides (or both) can be true for it to run</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2690446"/>
            <a:ext cx="11637748" cy="37148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number = 87;</a:t>
            </a:r>
          </a:p>
          <a:p>
            <a:r>
              <a:rPr lang="en-US" sz="2400">
                <a:latin typeface="Courier New" panose="02070309020205020404" pitchFamily="49" charset="0"/>
                <a:cs typeface="Courier New" panose="02070309020205020404" pitchFamily="49" charset="0"/>
              </a:rPr>
              <a:t>if (</a:t>
            </a:r>
            <a:r>
              <a:rPr lang="en-US" sz="2400">
                <a:solidFill>
                  <a:schemeClr val="bg1"/>
                </a:solidFill>
                <a:latin typeface="Courier New" panose="02070309020205020404" pitchFamily="49" charset="0"/>
                <a:cs typeface="Courier New" panose="02070309020205020404" pitchFamily="49" charset="0"/>
              </a:rPr>
              <a:t>number &lt; 5 </a:t>
            </a:r>
            <a:r>
              <a:rPr lang="en-US" sz="2400" b="1">
                <a:solidFill>
                  <a:schemeClr val="accent1"/>
                </a:solidFill>
                <a:latin typeface="Courier New" panose="02070309020205020404" pitchFamily="49" charset="0"/>
                <a:cs typeface="Courier New" panose="02070309020205020404" pitchFamily="49" charset="0"/>
              </a:rPr>
              <a:t>||</a:t>
            </a:r>
            <a:r>
              <a:rPr lang="en-US" sz="2400">
                <a:solidFill>
                  <a:schemeClr val="accent4"/>
                </a:solidFill>
                <a:latin typeface="Courier New" panose="02070309020205020404" pitchFamily="49" charset="0"/>
                <a:cs typeface="Courier New" panose="02070309020205020404" pitchFamily="49" charset="0"/>
              </a:rPr>
              <a:t> </a:t>
            </a:r>
            <a:r>
              <a:rPr lang="en-US" sz="2400">
                <a:solidFill>
                  <a:schemeClr val="bg1"/>
                </a:solidFill>
                <a:latin typeface="Courier New" panose="02070309020205020404" pitchFamily="49" charset="0"/>
                <a:cs typeface="Courier New" panose="02070309020205020404" pitchFamily="49" charset="0"/>
              </a:rPr>
              <a:t>number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”YAY";</a:t>
            </a:r>
          </a:p>
          <a:p>
            <a:r>
              <a:rPr lang="en-US" sz="240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6E866FC-0855-83F0-6F7E-ACE8FCC1D484}"/>
              </a:ext>
            </a:extLst>
          </p:cNvPr>
          <p:cNvSpPr txBox="1"/>
          <p:nvPr/>
        </p:nvSpPr>
        <p:spPr>
          <a:xfrm>
            <a:off x="646111" y="6191794"/>
            <a:ext cx="10187352" cy="369332"/>
          </a:xfrm>
          <a:prstGeom prst="rect">
            <a:avLst/>
          </a:prstGeom>
          <a:noFill/>
        </p:spPr>
        <p:txBody>
          <a:bodyPr wrap="square" rtlCol="0">
            <a:spAutoFit/>
          </a:bodyPr>
          <a:lstStyle/>
          <a:p>
            <a:r>
              <a:rPr lang="en-US"/>
              <a:t>Output: YAY</a:t>
            </a:r>
          </a:p>
        </p:txBody>
      </p:sp>
      <p:grpSp>
        <p:nvGrpSpPr>
          <p:cNvPr id="13" name="Group 12">
            <a:extLst>
              <a:ext uri="{FF2B5EF4-FFF2-40B4-BE49-F238E27FC236}">
                <a16:creationId xmlns:a16="http://schemas.microsoft.com/office/drawing/2014/main" id="{6ECB7C97-4D2A-E65B-CF49-F351B557052E}"/>
              </a:ext>
            </a:extLst>
          </p:cNvPr>
          <p:cNvGrpSpPr/>
          <p:nvPr/>
        </p:nvGrpSpPr>
        <p:grpSpPr>
          <a:xfrm>
            <a:off x="1537462" y="4291200"/>
            <a:ext cx="3353400" cy="941760"/>
            <a:chOff x="1537462" y="4291200"/>
            <a:chExt cx="3353400" cy="9417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4099BFF-9E10-58EB-3890-972555B12A00}"/>
                    </a:ext>
                  </a:extLst>
                </p14:cNvPr>
                <p14:cNvContentPartPr/>
                <p14:nvPr/>
              </p14:nvContentPartPr>
              <p14:xfrm>
                <a:off x="1853542" y="4343400"/>
                <a:ext cx="12960" cy="240480"/>
              </p14:xfrm>
            </p:contentPart>
          </mc:Choice>
          <mc:Fallback xmlns="">
            <p:pic>
              <p:nvPicPr>
                <p:cNvPr id="5" name="Ink 4">
                  <a:extLst>
                    <a:ext uri="{FF2B5EF4-FFF2-40B4-BE49-F238E27FC236}">
                      <a16:creationId xmlns:a16="http://schemas.microsoft.com/office/drawing/2014/main" id="{E4099BFF-9E10-58EB-3890-972555B12A00}"/>
                    </a:ext>
                  </a:extLst>
                </p:cNvPr>
                <p:cNvPicPr/>
                <p:nvPr/>
              </p:nvPicPr>
              <p:blipFill>
                <a:blip r:embed="rId4"/>
                <a:stretch>
                  <a:fillRect/>
                </a:stretch>
              </p:blipFill>
              <p:spPr>
                <a:xfrm>
                  <a:off x="1847422" y="4337280"/>
                  <a:ext cx="2520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B73EBB9-6BC1-5C0A-A283-528BBA40AE25}"/>
                    </a:ext>
                  </a:extLst>
                </p14:cNvPr>
                <p14:cNvContentPartPr/>
                <p14:nvPr/>
              </p14:nvContentPartPr>
              <p14:xfrm>
                <a:off x="1840942" y="4336560"/>
                <a:ext cx="163800" cy="23760"/>
              </p14:xfrm>
            </p:contentPart>
          </mc:Choice>
          <mc:Fallback xmlns="">
            <p:pic>
              <p:nvPicPr>
                <p:cNvPr id="6" name="Ink 5">
                  <a:extLst>
                    <a:ext uri="{FF2B5EF4-FFF2-40B4-BE49-F238E27FC236}">
                      <a16:creationId xmlns:a16="http://schemas.microsoft.com/office/drawing/2014/main" id="{AB73EBB9-6BC1-5C0A-A283-528BBA40AE25}"/>
                    </a:ext>
                  </a:extLst>
                </p:cNvPr>
                <p:cNvPicPr/>
                <p:nvPr/>
              </p:nvPicPr>
              <p:blipFill>
                <a:blip r:embed="rId6"/>
                <a:stretch>
                  <a:fillRect/>
                </a:stretch>
              </p:blipFill>
              <p:spPr>
                <a:xfrm>
                  <a:off x="1834822" y="4330440"/>
                  <a:ext cx="176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BBC36D4E-5475-BA98-407F-F9427E9014C4}"/>
                    </a:ext>
                  </a:extLst>
                </p14:cNvPr>
                <p14:cNvContentPartPr/>
                <p14:nvPr/>
              </p14:nvContentPartPr>
              <p14:xfrm>
                <a:off x="1803502" y="4459680"/>
                <a:ext cx="158040" cy="16920"/>
              </p14:xfrm>
            </p:contentPart>
          </mc:Choice>
          <mc:Fallback xmlns="">
            <p:pic>
              <p:nvPicPr>
                <p:cNvPr id="8" name="Ink 7">
                  <a:extLst>
                    <a:ext uri="{FF2B5EF4-FFF2-40B4-BE49-F238E27FC236}">
                      <a16:creationId xmlns:a16="http://schemas.microsoft.com/office/drawing/2014/main" id="{BBC36D4E-5475-BA98-407F-F9427E9014C4}"/>
                    </a:ext>
                  </a:extLst>
                </p:cNvPr>
                <p:cNvPicPr/>
                <p:nvPr/>
              </p:nvPicPr>
              <p:blipFill>
                <a:blip r:embed="rId8"/>
                <a:stretch>
                  <a:fillRect/>
                </a:stretch>
              </p:blipFill>
              <p:spPr>
                <a:xfrm>
                  <a:off x="1797382" y="4453560"/>
                  <a:ext cx="170280" cy="29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897758BB-9ADF-55D3-C77C-00FB56374CA1}"/>
                    </a:ext>
                  </a:extLst>
                </p14:cNvPr>
                <p14:cNvContentPartPr/>
                <p14:nvPr/>
              </p14:nvContentPartPr>
              <p14:xfrm>
                <a:off x="4260142" y="4355640"/>
                <a:ext cx="630720" cy="12960"/>
              </p14:xfrm>
            </p:contentPart>
          </mc:Choice>
          <mc:Fallback xmlns="">
            <p:pic>
              <p:nvPicPr>
                <p:cNvPr id="9" name="Ink 8">
                  <a:extLst>
                    <a:ext uri="{FF2B5EF4-FFF2-40B4-BE49-F238E27FC236}">
                      <a16:creationId xmlns:a16="http://schemas.microsoft.com/office/drawing/2014/main" id="{897758BB-9ADF-55D3-C77C-00FB56374CA1}"/>
                    </a:ext>
                  </a:extLst>
                </p:cNvPr>
                <p:cNvPicPr/>
                <p:nvPr/>
              </p:nvPicPr>
              <p:blipFill>
                <a:blip r:embed="rId10"/>
                <a:stretch>
                  <a:fillRect/>
                </a:stretch>
              </p:blipFill>
              <p:spPr>
                <a:xfrm>
                  <a:off x="4254022" y="4349520"/>
                  <a:ext cx="64296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EA6C8680-C86F-8FF4-9F73-06E56403E8E1}"/>
                    </a:ext>
                  </a:extLst>
                </p14:cNvPr>
                <p14:cNvContentPartPr/>
                <p14:nvPr/>
              </p14:nvContentPartPr>
              <p14:xfrm>
                <a:off x="4591702" y="4401360"/>
                <a:ext cx="10080" cy="255960"/>
              </p14:xfrm>
            </p:contentPart>
          </mc:Choice>
          <mc:Fallback xmlns="">
            <p:pic>
              <p:nvPicPr>
                <p:cNvPr id="10" name="Ink 9">
                  <a:extLst>
                    <a:ext uri="{FF2B5EF4-FFF2-40B4-BE49-F238E27FC236}">
                      <a16:creationId xmlns:a16="http://schemas.microsoft.com/office/drawing/2014/main" id="{EA6C8680-C86F-8FF4-9F73-06E56403E8E1}"/>
                    </a:ext>
                  </a:extLst>
                </p:cNvPr>
                <p:cNvPicPr/>
                <p:nvPr/>
              </p:nvPicPr>
              <p:blipFill>
                <a:blip r:embed="rId12"/>
                <a:stretch>
                  <a:fillRect/>
                </a:stretch>
              </p:blipFill>
              <p:spPr>
                <a:xfrm>
                  <a:off x="4585582" y="4395240"/>
                  <a:ext cx="2232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431C7F56-EA39-73E6-D770-3D1627286696}"/>
                    </a:ext>
                  </a:extLst>
                </p14:cNvPr>
                <p14:cNvContentPartPr/>
                <p14:nvPr/>
              </p14:nvContentPartPr>
              <p14:xfrm>
                <a:off x="1537462" y="4600800"/>
                <a:ext cx="2607120" cy="632160"/>
              </p14:xfrm>
            </p:contentPart>
          </mc:Choice>
          <mc:Fallback xmlns="">
            <p:pic>
              <p:nvPicPr>
                <p:cNvPr id="11" name="Ink 10">
                  <a:extLst>
                    <a:ext uri="{FF2B5EF4-FFF2-40B4-BE49-F238E27FC236}">
                      <a16:creationId xmlns:a16="http://schemas.microsoft.com/office/drawing/2014/main" id="{431C7F56-EA39-73E6-D770-3D1627286696}"/>
                    </a:ext>
                  </a:extLst>
                </p:cNvPr>
                <p:cNvPicPr/>
                <p:nvPr/>
              </p:nvPicPr>
              <p:blipFill>
                <a:blip r:embed="rId14"/>
                <a:stretch>
                  <a:fillRect/>
                </a:stretch>
              </p:blipFill>
              <p:spPr>
                <a:xfrm>
                  <a:off x="1531343" y="4594680"/>
                  <a:ext cx="2619358" cy="644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363A0F7-DBA8-0310-0E1A-7F78AD7956A5}"/>
                    </a:ext>
                  </a:extLst>
                </p14:cNvPr>
                <p14:cNvContentPartPr/>
                <p14:nvPr/>
              </p14:nvContentPartPr>
              <p14:xfrm>
                <a:off x="2568142" y="4291200"/>
                <a:ext cx="594360" cy="279360"/>
              </p14:xfrm>
            </p:contentPart>
          </mc:Choice>
          <mc:Fallback xmlns="">
            <p:pic>
              <p:nvPicPr>
                <p:cNvPr id="12" name="Ink 11">
                  <a:extLst>
                    <a:ext uri="{FF2B5EF4-FFF2-40B4-BE49-F238E27FC236}">
                      <a16:creationId xmlns:a16="http://schemas.microsoft.com/office/drawing/2014/main" id="{0363A0F7-DBA8-0310-0E1A-7F78AD7956A5}"/>
                    </a:ext>
                  </a:extLst>
                </p:cNvPr>
                <p:cNvPicPr/>
                <p:nvPr/>
              </p:nvPicPr>
              <p:blipFill>
                <a:blip r:embed="rId16"/>
                <a:stretch>
                  <a:fillRect/>
                </a:stretch>
              </p:blipFill>
              <p:spPr>
                <a:xfrm>
                  <a:off x="2562022" y="4285080"/>
                  <a:ext cx="606600" cy="291600"/>
                </a:xfrm>
                <a:prstGeom prst="rect">
                  <a:avLst/>
                </a:prstGeom>
              </p:spPr>
            </p:pic>
          </mc:Fallback>
        </mc:AlternateContent>
      </p:grpSp>
    </p:spTree>
    <p:extLst>
      <p:ext uri="{BB962C8B-B14F-4D97-AF65-F5344CB8AC3E}">
        <p14:creationId xmlns:p14="http://schemas.microsoft.com/office/powerpoint/2010/main" val="317543705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OR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OR</a:t>
            </a:r>
          </a:p>
          <a:p>
            <a:pPr lvl="1">
              <a:buFontTx/>
              <a:buChar char="-"/>
            </a:pPr>
            <a:r>
              <a:rPr lang="en-US" sz="3000"/>
              <a:t>Either sides (or both) can be true for it to run</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2690446"/>
            <a:ext cx="11637748" cy="37148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number = 8;</a:t>
            </a:r>
          </a:p>
          <a:p>
            <a:r>
              <a:rPr lang="en-US" sz="2400">
                <a:latin typeface="Courier New" panose="02070309020205020404" pitchFamily="49" charset="0"/>
                <a:cs typeface="Courier New" panose="02070309020205020404" pitchFamily="49" charset="0"/>
              </a:rPr>
              <a:t>if (</a:t>
            </a:r>
            <a:r>
              <a:rPr lang="en-US" sz="2400">
                <a:solidFill>
                  <a:schemeClr val="bg1"/>
                </a:solidFill>
                <a:latin typeface="Courier New" panose="02070309020205020404" pitchFamily="49" charset="0"/>
                <a:cs typeface="Courier New" panose="02070309020205020404" pitchFamily="49" charset="0"/>
              </a:rPr>
              <a:t>number </a:t>
            </a:r>
            <a:r>
              <a:rPr lang="en-US" sz="2400" dirty="0">
                <a:solidFill>
                  <a:schemeClr val="bg1"/>
                </a:solidFill>
                <a:latin typeface="Courier New" panose="02070309020205020404" pitchFamily="49" charset="0"/>
                <a:cs typeface="Courier New" panose="02070309020205020404" pitchFamily="49" charset="0"/>
              </a:rPr>
              <a:t>&lt;</a:t>
            </a:r>
            <a:r>
              <a:rPr lang="en-US" sz="2400">
                <a:solidFill>
                  <a:schemeClr val="bg1"/>
                </a:solidFill>
                <a:latin typeface="Courier New" panose="02070309020205020404" pitchFamily="49" charset="0"/>
                <a:cs typeface="Courier New" panose="02070309020205020404" pitchFamily="49" charset="0"/>
              </a:rPr>
              <a:t> 5 </a:t>
            </a:r>
            <a:r>
              <a:rPr lang="en-US" sz="2400" b="1">
                <a:solidFill>
                  <a:schemeClr val="accent1"/>
                </a:solidFill>
                <a:latin typeface="Courier New" panose="02070309020205020404" pitchFamily="49" charset="0"/>
                <a:cs typeface="Courier New" panose="02070309020205020404" pitchFamily="49" charset="0"/>
              </a:rPr>
              <a:t>||</a:t>
            </a:r>
            <a:r>
              <a:rPr lang="en-US" sz="2400">
                <a:solidFill>
                  <a:schemeClr val="accent4"/>
                </a:solidFill>
                <a:latin typeface="Courier New" panose="02070309020205020404" pitchFamily="49" charset="0"/>
                <a:cs typeface="Courier New" panose="02070309020205020404" pitchFamily="49" charset="0"/>
              </a:rPr>
              <a:t> </a:t>
            </a:r>
            <a:r>
              <a:rPr lang="en-US" sz="2400">
                <a:solidFill>
                  <a:schemeClr val="bg1"/>
                </a:solidFill>
                <a:latin typeface="Courier New" panose="02070309020205020404" pitchFamily="49" charset="0"/>
                <a:cs typeface="Courier New" panose="02070309020205020404" pitchFamily="49" charset="0"/>
              </a:rPr>
              <a:t>number &gt; 10</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”YAY";</a:t>
            </a:r>
          </a:p>
          <a:p>
            <a:r>
              <a:rPr lang="en-US" sz="240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57E5E5AB-7EDF-5B87-02FC-88CF220DC09F}"/>
              </a:ext>
            </a:extLst>
          </p:cNvPr>
          <p:cNvSpPr txBox="1"/>
          <p:nvPr/>
        </p:nvSpPr>
        <p:spPr>
          <a:xfrm>
            <a:off x="646111" y="6191794"/>
            <a:ext cx="10187352" cy="369332"/>
          </a:xfrm>
          <a:prstGeom prst="rect">
            <a:avLst/>
          </a:prstGeom>
          <a:noFill/>
        </p:spPr>
        <p:txBody>
          <a:bodyPr wrap="square" rtlCol="0">
            <a:spAutoFit/>
          </a:bodyPr>
          <a:lstStyle/>
          <a:p>
            <a:r>
              <a:rPr lang="en-US"/>
              <a:t>Output: [NONE]</a:t>
            </a:r>
          </a:p>
        </p:txBody>
      </p:sp>
      <p:grpSp>
        <p:nvGrpSpPr>
          <p:cNvPr id="16" name="Group 15">
            <a:extLst>
              <a:ext uri="{FF2B5EF4-FFF2-40B4-BE49-F238E27FC236}">
                <a16:creationId xmlns:a16="http://schemas.microsoft.com/office/drawing/2014/main" id="{C54E1D27-BF55-C37E-FB29-1AD38E27A34D}"/>
              </a:ext>
            </a:extLst>
          </p:cNvPr>
          <p:cNvGrpSpPr/>
          <p:nvPr/>
        </p:nvGrpSpPr>
        <p:grpSpPr>
          <a:xfrm>
            <a:off x="2073502" y="4339080"/>
            <a:ext cx="178920" cy="216000"/>
            <a:chOff x="2073502" y="4339080"/>
            <a:chExt cx="178920" cy="216000"/>
          </a:xfrm>
        </p:grpSpPr>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6834A1B6-957A-26C5-A898-5DF7E4FE97BB}"/>
                    </a:ext>
                  </a:extLst>
                </p14:cNvPr>
                <p14:cNvContentPartPr/>
                <p14:nvPr/>
              </p14:nvContentPartPr>
              <p14:xfrm>
                <a:off x="2073502" y="4339080"/>
                <a:ext cx="21600" cy="216000"/>
              </p14:xfrm>
            </p:contentPart>
          </mc:Choice>
          <mc:Fallback xmlns="">
            <p:pic>
              <p:nvPicPr>
                <p:cNvPr id="13" name="Ink 12">
                  <a:extLst>
                    <a:ext uri="{FF2B5EF4-FFF2-40B4-BE49-F238E27FC236}">
                      <a16:creationId xmlns:a16="http://schemas.microsoft.com/office/drawing/2014/main" id="{6834A1B6-957A-26C5-A898-5DF7E4FE97BB}"/>
                    </a:ext>
                  </a:extLst>
                </p:cNvPr>
                <p:cNvPicPr/>
                <p:nvPr/>
              </p:nvPicPr>
              <p:blipFill>
                <a:blip r:embed="rId4"/>
                <a:stretch>
                  <a:fillRect/>
                </a:stretch>
              </p:blipFill>
              <p:spPr>
                <a:xfrm>
                  <a:off x="2067482" y="4332970"/>
                  <a:ext cx="33639" cy="2282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305BCB6C-807D-190D-35B9-AF18023E4CD0}"/>
                    </a:ext>
                  </a:extLst>
                </p14:cNvPr>
                <p14:cNvContentPartPr/>
                <p14:nvPr/>
              </p14:nvContentPartPr>
              <p14:xfrm>
                <a:off x="2090422" y="4343400"/>
                <a:ext cx="132840" cy="360"/>
              </p14:xfrm>
            </p:contentPart>
          </mc:Choice>
          <mc:Fallback xmlns="">
            <p:pic>
              <p:nvPicPr>
                <p:cNvPr id="14" name="Ink 13">
                  <a:extLst>
                    <a:ext uri="{FF2B5EF4-FFF2-40B4-BE49-F238E27FC236}">
                      <a16:creationId xmlns:a16="http://schemas.microsoft.com/office/drawing/2014/main" id="{305BCB6C-807D-190D-35B9-AF18023E4CD0}"/>
                    </a:ext>
                  </a:extLst>
                </p:cNvPr>
                <p:cNvPicPr/>
                <p:nvPr/>
              </p:nvPicPr>
              <p:blipFill>
                <a:blip r:embed="rId6"/>
                <a:stretch>
                  <a:fillRect/>
                </a:stretch>
              </p:blipFill>
              <p:spPr>
                <a:xfrm>
                  <a:off x="2084319" y="4337280"/>
                  <a:ext cx="145047"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F6242D93-9923-B90E-4917-72D1D15698D4}"/>
                    </a:ext>
                  </a:extLst>
                </p14:cNvPr>
                <p14:cNvContentPartPr/>
                <p14:nvPr/>
              </p14:nvContentPartPr>
              <p14:xfrm>
                <a:off x="2111302" y="4430160"/>
                <a:ext cx="141120" cy="5040"/>
              </p14:xfrm>
            </p:contentPart>
          </mc:Choice>
          <mc:Fallback xmlns="">
            <p:pic>
              <p:nvPicPr>
                <p:cNvPr id="15" name="Ink 14">
                  <a:extLst>
                    <a:ext uri="{FF2B5EF4-FFF2-40B4-BE49-F238E27FC236}">
                      <a16:creationId xmlns:a16="http://schemas.microsoft.com/office/drawing/2014/main" id="{F6242D93-9923-B90E-4917-72D1D15698D4}"/>
                    </a:ext>
                  </a:extLst>
                </p:cNvPr>
                <p:cNvPicPr/>
                <p:nvPr/>
              </p:nvPicPr>
              <p:blipFill>
                <a:blip r:embed="rId8"/>
                <a:stretch>
                  <a:fillRect/>
                </a:stretch>
              </p:blipFill>
              <p:spPr>
                <a:xfrm>
                  <a:off x="2105182" y="4424448"/>
                  <a:ext cx="153360" cy="16464"/>
                </a:xfrm>
                <a:prstGeom prst="rect">
                  <a:avLst/>
                </a:prstGeom>
              </p:spPr>
            </p:pic>
          </mc:Fallback>
        </mc:AlternateContent>
      </p:grpSp>
      <p:grpSp>
        <p:nvGrpSpPr>
          <p:cNvPr id="20" name="Group 19">
            <a:extLst>
              <a:ext uri="{FF2B5EF4-FFF2-40B4-BE49-F238E27FC236}">
                <a16:creationId xmlns:a16="http://schemas.microsoft.com/office/drawing/2014/main" id="{B6D79F8C-0381-D70B-BCF2-B4A07FDAFBB5}"/>
              </a:ext>
            </a:extLst>
          </p:cNvPr>
          <p:cNvGrpSpPr/>
          <p:nvPr/>
        </p:nvGrpSpPr>
        <p:grpSpPr>
          <a:xfrm>
            <a:off x="4608982" y="4361400"/>
            <a:ext cx="249480" cy="260280"/>
            <a:chOff x="4608982" y="4361400"/>
            <a:chExt cx="249480" cy="260280"/>
          </a:xfrm>
        </p:grpSpPr>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F23E600E-85A5-3F2A-9D50-7443924A2BC6}"/>
                    </a:ext>
                  </a:extLst>
                </p14:cNvPr>
                <p14:cNvContentPartPr/>
                <p14:nvPr/>
              </p14:nvContentPartPr>
              <p14:xfrm>
                <a:off x="4608982" y="4389120"/>
                <a:ext cx="45360" cy="232560"/>
              </p14:xfrm>
            </p:contentPart>
          </mc:Choice>
          <mc:Fallback xmlns="">
            <p:pic>
              <p:nvPicPr>
                <p:cNvPr id="17" name="Ink 16">
                  <a:extLst>
                    <a:ext uri="{FF2B5EF4-FFF2-40B4-BE49-F238E27FC236}">
                      <a16:creationId xmlns:a16="http://schemas.microsoft.com/office/drawing/2014/main" id="{F23E600E-85A5-3F2A-9D50-7443924A2BC6}"/>
                    </a:ext>
                  </a:extLst>
                </p:cNvPr>
                <p:cNvPicPr/>
                <p:nvPr/>
              </p:nvPicPr>
              <p:blipFill>
                <a:blip r:embed="rId10"/>
                <a:stretch>
                  <a:fillRect/>
                </a:stretch>
              </p:blipFill>
              <p:spPr>
                <a:xfrm>
                  <a:off x="4602862" y="4383000"/>
                  <a:ext cx="5760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3590207D-1AF7-05B0-A19E-5F1ED8053F7D}"/>
                    </a:ext>
                  </a:extLst>
                </p14:cNvPr>
                <p14:cNvContentPartPr/>
                <p14:nvPr/>
              </p14:nvContentPartPr>
              <p14:xfrm>
                <a:off x="4638502" y="4361400"/>
                <a:ext cx="180000" cy="16200"/>
              </p14:xfrm>
            </p:contentPart>
          </mc:Choice>
          <mc:Fallback xmlns="">
            <p:pic>
              <p:nvPicPr>
                <p:cNvPr id="18" name="Ink 17">
                  <a:extLst>
                    <a:ext uri="{FF2B5EF4-FFF2-40B4-BE49-F238E27FC236}">
                      <a16:creationId xmlns:a16="http://schemas.microsoft.com/office/drawing/2014/main" id="{3590207D-1AF7-05B0-A19E-5F1ED8053F7D}"/>
                    </a:ext>
                  </a:extLst>
                </p:cNvPr>
                <p:cNvPicPr/>
                <p:nvPr/>
              </p:nvPicPr>
              <p:blipFill>
                <a:blip r:embed="rId12"/>
                <a:stretch>
                  <a:fillRect/>
                </a:stretch>
              </p:blipFill>
              <p:spPr>
                <a:xfrm>
                  <a:off x="4632382" y="4355280"/>
                  <a:ext cx="19224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6913FB97-9035-C88C-917F-85969EBA9F60}"/>
                    </a:ext>
                  </a:extLst>
                </p14:cNvPr>
                <p14:cNvContentPartPr/>
                <p14:nvPr/>
              </p14:nvContentPartPr>
              <p14:xfrm>
                <a:off x="4663342" y="4484520"/>
                <a:ext cx="195120" cy="360"/>
              </p14:xfrm>
            </p:contentPart>
          </mc:Choice>
          <mc:Fallback xmlns="">
            <p:pic>
              <p:nvPicPr>
                <p:cNvPr id="19" name="Ink 18">
                  <a:extLst>
                    <a:ext uri="{FF2B5EF4-FFF2-40B4-BE49-F238E27FC236}">
                      <a16:creationId xmlns:a16="http://schemas.microsoft.com/office/drawing/2014/main" id="{6913FB97-9035-C88C-917F-85969EBA9F60}"/>
                    </a:ext>
                  </a:extLst>
                </p:cNvPr>
                <p:cNvPicPr/>
                <p:nvPr/>
              </p:nvPicPr>
              <p:blipFill>
                <a:blip r:embed="rId14"/>
                <a:stretch>
                  <a:fillRect/>
                </a:stretch>
              </p:blipFill>
              <p:spPr>
                <a:xfrm>
                  <a:off x="4657233" y="4478400"/>
                  <a:ext cx="207337" cy="12600"/>
                </a:xfrm>
                <a:prstGeom prst="rect">
                  <a:avLst/>
                </a:prstGeom>
              </p:spPr>
            </p:pic>
          </mc:Fallback>
        </mc:AlternateContent>
      </p:grpSp>
      <p:grpSp>
        <p:nvGrpSpPr>
          <p:cNvPr id="27" name="Group 26">
            <a:extLst>
              <a:ext uri="{FF2B5EF4-FFF2-40B4-BE49-F238E27FC236}">
                <a16:creationId xmlns:a16="http://schemas.microsoft.com/office/drawing/2014/main" id="{230ADBA4-5DAA-D95D-6B43-9E506993AF48}"/>
              </a:ext>
            </a:extLst>
          </p:cNvPr>
          <p:cNvGrpSpPr/>
          <p:nvPr/>
        </p:nvGrpSpPr>
        <p:grpSpPr>
          <a:xfrm>
            <a:off x="2320102" y="4575960"/>
            <a:ext cx="1487160" cy="859320"/>
            <a:chOff x="2320102" y="4575960"/>
            <a:chExt cx="1487160" cy="859320"/>
          </a:xfrm>
        </p:grpSpPr>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4676EF39-3413-1D74-CE2E-B3D9C55D4DAB}"/>
                    </a:ext>
                  </a:extLst>
                </p14:cNvPr>
                <p14:cNvContentPartPr/>
                <p14:nvPr/>
              </p14:nvContentPartPr>
              <p14:xfrm>
                <a:off x="2320102" y="4575960"/>
                <a:ext cx="1487160" cy="541440"/>
              </p14:xfrm>
            </p:contentPart>
          </mc:Choice>
          <mc:Fallback xmlns="">
            <p:pic>
              <p:nvPicPr>
                <p:cNvPr id="25" name="Ink 24">
                  <a:extLst>
                    <a:ext uri="{FF2B5EF4-FFF2-40B4-BE49-F238E27FC236}">
                      <a16:creationId xmlns:a16="http://schemas.microsoft.com/office/drawing/2014/main" id="{4676EF39-3413-1D74-CE2E-B3D9C55D4DAB}"/>
                    </a:ext>
                  </a:extLst>
                </p:cNvPr>
                <p:cNvPicPr/>
                <p:nvPr/>
              </p:nvPicPr>
              <p:blipFill>
                <a:blip r:embed="rId16"/>
                <a:stretch>
                  <a:fillRect/>
                </a:stretch>
              </p:blipFill>
              <p:spPr>
                <a:xfrm>
                  <a:off x="2313982" y="4569840"/>
                  <a:ext cx="1499400" cy="553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B5185FCA-5A56-056A-A608-A56B2AEED81F}"/>
                    </a:ext>
                  </a:extLst>
                </p14:cNvPr>
                <p14:cNvContentPartPr/>
                <p14:nvPr/>
              </p14:nvContentPartPr>
              <p14:xfrm>
                <a:off x="2398222" y="4655160"/>
                <a:ext cx="1107000" cy="780120"/>
              </p14:xfrm>
            </p:contentPart>
          </mc:Choice>
          <mc:Fallback xmlns="">
            <p:pic>
              <p:nvPicPr>
                <p:cNvPr id="26" name="Ink 25">
                  <a:extLst>
                    <a:ext uri="{FF2B5EF4-FFF2-40B4-BE49-F238E27FC236}">
                      <a16:creationId xmlns:a16="http://schemas.microsoft.com/office/drawing/2014/main" id="{B5185FCA-5A56-056A-A608-A56B2AEED81F}"/>
                    </a:ext>
                  </a:extLst>
                </p:cNvPr>
                <p:cNvPicPr/>
                <p:nvPr/>
              </p:nvPicPr>
              <p:blipFill>
                <a:blip r:embed="rId18"/>
                <a:stretch>
                  <a:fillRect/>
                </a:stretch>
              </p:blipFill>
              <p:spPr>
                <a:xfrm>
                  <a:off x="2392102" y="4649040"/>
                  <a:ext cx="1119240" cy="792360"/>
                </a:xfrm>
                <a:prstGeom prst="rect">
                  <a:avLst/>
                </a:prstGeom>
              </p:spPr>
            </p:pic>
          </mc:Fallback>
        </mc:AlternateContent>
      </p:grpSp>
    </p:spTree>
    <p:extLst>
      <p:ext uri="{BB962C8B-B14F-4D97-AF65-F5344CB8AC3E}">
        <p14:creationId xmlns:p14="http://schemas.microsoft.com/office/powerpoint/2010/main" val="258706399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NOT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NOT</a:t>
            </a:r>
          </a:p>
          <a:p>
            <a:pPr lvl="1">
              <a:buFontTx/>
              <a:buChar char="-"/>
            </a:pPr>
            <a:r>
              <a:rPr lang="en-US" sz="3000"/>
              <a:t>Inverts the conditional, so it runs when the conditional is false</a:t>
            </a:r>
          </a:p>
          <a:p>
            <a:pPr lvl="1">
              <a:buFontTx/>
              <a:buChar char="-"/>
            </a:pPr>
            <a:endParaRPr lang="en-US" sz="3000"/>
          </a:p>
          <a:p>
            <a:pPr lvl="1">
              <a:buFontTx/>
              <a:buChar char="-"/>
            </a:pPr>
            <a:endParaRPr lang="en-US" sz="3000"/>
          </a:p>
        </p:txBody>
      </p:sp>
      <p:sp>
        <p:nvSpPr>
          <p:cNvPr id="4" name="Rectangle 3">
            <a:extLst>
              <a:ext uri="{FF2B5EF4-FFF2-40B4-BE49-F238E27FC236}">
                <a16:creationId xmlns:a16="http://schemas.microsoft.com/office/drawing/2014/main" id="{37E09367-3BB4-F95F-8C38-7F14DC025F7C}"/>
              </a:ext>
            </a:extLst>
          </p:cNvPr>
          <p:cNvSpPr/>
          <p:nvPr/>
        </p:nvSpPr>
        <p:spPr>
          <a:xfrm>
            <a:off x="277126" y="4158761"/>
            <a:ext cx="11637748" cy="171039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bg1"/>
                </a:solidFill>
                <a:latin typeface="Courier New" panose="02070309020205020404" pitchFamily="49" charset="0"/>
                <a:cs typeface="Courier New" panose="02070309020205020404" pitchFamily="49" charset="0"/>
              </a:rPr>
              <a:t>if (</a:t>
            </a:r>
            <a:r>
              <a:rPr lang="en-US" sz="2400" b="1">
                <a:solidFill>
                  <a:schemeClr val="bg1"/>
                </a:solidFill>
                <a:latin typeface="Courier New" panose="02070309020205020404" pitchFamily="49" charset="0"/>
                <a:cs typeface="Courier New" panose="02070309020205020404" pitchFamily="49" charset="0"/>
              </a:rPr>
              <a:t>!</a:t>
            </a:r>
            <a:r>
              <a:rPr lang="en-US" sz="2400">
                <a:solidFill>
                  <a:schemeClr val="bg1"/>
                </a:solidFill>
                <a:latin typeface="Courier New" panose="02070309020205020404" pitchFamily="49" charset="0"/>
                <a:cs typeface="Courier New" panose="02070309020205020404" pitchFamily="49" charset="0"/>
              </a:rPr>
              <a:t>condition)</a:t>
            </a:r>
          </a:p>
          <a:p>
            <a:r>
              <a:rPr lang="en-US" sz="2400">
                <a:solidFill>
                  <a:schemeClr val="bg1"/>
                </a:solidFill>
                <a:latin typeface="Courier New" panose="02070309020205020404" pitchFamily="49" charset="0"/>
                <a:cs typeface="Courier New" panose="02070309020205020404" pitchFamily="49" charset="0"/>
              </a:rPr>
              <a:t>{</a:t>
            </a:r>
          </a:p>
          <a:p>
            <a:r>
              <a:rPr lang="en-US" sz="2400">
                <a:solidFill>
                  <a:schemeClr val="bg1"/>
                </a:solidFill>
                <a:latin typeface="Courier New" panose="02070309020205020404" pitchFamily="49" charset="0"/>
                <a:cs typeface="Courier New" panose="02070309020205020404" pitchFamily="49" charset="0"/>
              </a:rPr>
              <a:t>    // Code when the condition is false</a:t>
            </a:r>
          </a:p>
          <a:p>
            <a:r>
              <a:rPr lang="en-US" sz="240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5159542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NOT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NOT</a:t>
            </a:r>
          </a:p>
          <a:p>
            <a:pPr lvl="1">
              <a:buFontTx/>
              <a:buChar char="-"/>
            </a:pPr>
            <a:r>
              <a:rPr lang="en-US" sz="3000"/>
              <a:t>Inverts the conditional, so it runs when the conditional is false</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3429000"/>
            <a:ext cx="11637748" cy="2976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bool</a:t>
            </a: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playerIsAlive</a:t>
            </a:r>
            <a:r>
              <a:rPr lang="en-US" sz="2400">
                <a:latin typeface="Courier New" panose="02070309020205020404" pitchFamily="49" charset="0"/>
                <a:cs typeface="Courier New" panose="02070309020205020404" pitchFamily="49" charset="0"/>
              </a:rPr>
              <a:t> = false;</a:t>
            </a:r>
          </a:p>
          <a:p>
            <a:r>
              <a:rPr lang="en-US" sz="2400">
                <a:latin typeface="Courier New" panose="02070309020205020404" pitchFamily="49" charset="0"/>
                <a:cs typeface="Courier New" panose="02070309020205020404" pitchFamily="49" charset="0"/>
              </a:rPr>
              <a:t>if (</a:t>
            </a:r>
            <a:r>
              <a:rPr lang="en-US" sz="2400" b="1">
                <a:solidFill>
                  <a:schemeClr val="accent1"/>
                </a:solidFill>
                <a:latin typeface="Courier New" panose="02070309020205020404" pitchFamily="49" charset="0"/>
                <a:cs typeface="Courier New" panose="02070309020205020404" pitchFamily="49" charset="0"/>
              </a:rPr>
              <a:t>!</a:t>
            </a:r>
            <a:r>
              <a:rPr lang="en-US" sz="2400" err="1">
                <a:solidFill>
                  <a:schemeClr val="bg1"/>
                </a:solidFill>
                <a:latin typeface="Courier New" panose="02070309020205020404" pitchFamily="49" charset="0"/>
                <a:cs typeface="Courier New" panose="02070309020205020404" pitchFamily="49" charset="0"/>
              </a:rPr>
              <a:t>playerIsAlive</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”Game Over";</a:t>
            </a:r>
          </a:p>
          <a:p>
            <a:r>
              <a:rPr lang="en-US" sz="240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49C2112F-143B-2074-26FF-5B0F2E1CEEEF}"/>
              </a:ext>
            </a:extLst>
          </p:cNvPr>
          <p:cNvSpPr txBox="1"/>
          <p:nvPr/>
        </p:nvSpPr>
        <p:spPr>
          <a:xfrm>
            <a:off x="646111" y="6405282"/>
            <a:ext cx="10187352" cy="369332"/>
          </a:xfrm>
          <a:prstGeom prst="rect">
            <a:avLst/>
          </a:prstGeom>
          <a:noFill/>
        </p:spPr>
        <p:txBody>
          <a:bodyPr wrap="square" rtlCol="0">
            <a:spAutoFit/>
          </a:bodyPr>
          <a:lstStyle/>
          <a:p>
            <a:r>
              <a:rPr lang="en-US"/>
              <a:t>Output: Game Over</a:t>
            </a:r>
          </a:p>
        </p:txBody>
      </p:sp>
      <p:grpSp>
        <p:nvGrpSpPr>
          <p:cNvPr id="10" name="Group 9">
            <a:extLst>
              <a:ext uri="{FF2B5EF4-FFF2-40B4-BE49-F238E27FC236}">
                <a16:creationId xmlns:a16="http://schemas.microsoft.com/office/drawing/2014/main" id="{26261724-2585-7569-F013-186E6F9A514F}"/>
              </a:ext>
            </a:extLst>
          </p:cNvPr>
          <p:cNvGrpSpPr/>
          <p:nvPr/>
        </p:nvGrpSpPr>
        <p:grpSpPr>
          <a:xfrm>
            <a:off x="971182" y="4530600"/>
            <a:ext cx="5662800" cy="1104120"/>
            <a:chOff x="971182" y="4530600"/>
            <a:chExt cx="5662800" cy="110412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04BC38D0-FFCB-C86C-3141-354C467E4B8D}"/>
                    </a:ext>
                  </a:extLst>
                </p14:cNvPr>
                <p14:cNvContentPartPr/>
                <p14:nvPr/>
              </p14:nvContentPartPr>
              <p14:xfrm>
                <a:off x="971182" y="4716720"/>
                <a:ext cx="555840" cy="42840"/>
              </p14:xfrm>
            </p:contentPart>
          </mc:Choice>
          <mc:Fallback xmlns="">
            <p:pic>
              <p:nvPicPr>
                <p:cNvPr id="4" name="Ink 3">
                  <a:extLst>
                    <a:ext uri="{FF2B5EF4-FFF2-40B4-BE49-F238E27FC236}">
                      <a16:creationId xmlns:a16="http://schemas.microsoft.com/office/drawing/2014/main" id="{04BC38D0-FFCB-C86C-3141-354C467E4B8D}"/>
                    </a:ext>
                  </a:extLst>
                </p:cNvPr>
                <p:cNvPicPr/>
                <p:nvPr/>
              </p:nvPicPr>
              <p:blipFill>
                <a:blip r:embed="rId4"/>
                <a:stretch>
                  <a:fillRect/>
                </a:stretch>
              </p:blipFill>
              <p:spPr>
                <a:xfrm>
                  <a:off x="965062" y="4710600"/>
                  <a:ext cx="5680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A652C19-C291-1BAB-444D-4BBC47FC4C4F}"/>
                    </a:ext>
                  </a:extLst>
                </p14:cNvPr>
                <p14:cNvContentPartPr/>
                <p14:nvPr/>
              </p14:nvContentPartPr>
              <p14:xfrm>
                <a:off x="1320742" y="4871160"/>
                <a:ext cx="4474080" cy="763560"/>
              </p14:xfrm>
            </p:contentPart>
          </mc:Choice>
          <mc:Fallback xmlns="">
            <p:pic>
              <p:nvPicPr>
                <p:cNvPr id="5" name="Ink 4">
                  <a:extLst>
                    <a:ext uri="{FF2B5EF4-FFF2-40B4-BE49-F238E27FC236}">
                      <a16:creationId xmlns:a16="http://schemas.microsoft.com/office/drawing/2014/main" id="{9A652C19-C291-1BAB-444D-4BBC47FC4C4F}"/>
                    </a:ext>
                  </a:extLst>
                </p:cNvPr>
                <p:cNvPicPr/>
                <p:nvPr/>
              </p:nvPicPr>
              <p:blipFill>
                <a:blip r:embed="rId6"/>
                <a:stretch>
                  <a:fillRect/>
                </a:stretch>
              </p:blipFill>
              <p:spPr>
                <a:xfrm>
                  <a:off x="1314622" y="4865040"/>
                  <a:ext cx="4486320" cy="775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D5D39A1-B589-5A7E-50CF-575BE012D32B}"/>
                    </a:ext>
                  </a:extLst>
                </p14:cNvPr>
                <p14:cNvContentPartPr/>
                <p14:nvPr/>
              </p14:nvContentPartPr>
              <p14:xfrm>
                <a:off x="5751982" y="4530600"/>
                <a:ext cx="882000" cy="712080"/>
              </p14:xfrm>
            </p:contentPart>
          </mc:Choice>
          <mc:Fallback xmlns="">
            <p:pic>
              <p:nvPicPr>
                <p:cNvPr id="9" name="Ink 8">
                  <a:extLst>
                    <a:ext uri="{FF2B5EF4-FFF2-40B4-BE49-F238E27FC236}">
                      <a16:creationId xmlns:a16="http://schemas.microsoft.com/office/drawing/2014/main" id="{2D5D39A1-B589-5A7E-50CF-575BE012D32B}"/>
                    </a:ext>
                  </a:extLst>
                </p:cNvPr>
                <p:cNvPicPr/>
                <p:nvPr/>
              </p:nvPicPr>
              <p:blipFill>
                <a:blip r:embed="rId8"/>
                <a:stretch>
                  <a:fillRect/>
                </a:stretch>
              </p:blipFill>
              <p:spPr>
                <a:xfrm>
                  <a:off x="5745860" y="4524480"/>
                  <a:ext cx="894245" cy="724320"/>
                </a:xfrm>
                <a:prstGeom prst="rect">
                  <a:avLst/>
                </a:prstGeom>
              </p:spPr>
            </p:pic>
          </mc:Fallback>
        </mc:AlternateContent>
      </p:grpSp>
    </p:spTree>
    <p:extLst>
      <p:ext uri="{BB962C8B-B14F-4D97-AF65-F5344CB8AC3E}">
        <p14:creationId xmlns:p14="http://schemas.microsoft.com/office/powerpoint/2010/main" val="262999478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Logical Operators – NOT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2" y="1402080"/>
            <a:ext cx="10616833" cy="2484120"/>
          </a:xfrm>
        </p:spPr>
        <p:txBody>
          <a:bodyPr>
            <a:normAutofit/>
          </a:bodyPr>
          <a:lstStyle/>
          <a:p>
            <a:pPr>
              <a:buFontTx/>
              <a:buChar char="-"/>
            </a:pPr>
            <a:r>
              <a:rPr lang="en-US" sz="3200"/>
              <a:t>! -&gt; NOT</a:t>
            </a:r>
          </a:p>
          <a:p>
            <a:pPr lvl="1">
              <a:buFontTx/>
              <a:buChar char="-"/>
            </a:pPr>
            <a:r>
              <a:rPr lang="en-US" sz="3000"/>
              <a:t>Inverts the conditional, so it runs when the conditional is false</a:t>
            </a:r>
          </a:p>
          <a:p>
            <a:pPr lvl="1">
              <a:buFontTx/>
              <a:buChar char="-"/>
            </a:pPr>
            <a:endParaRPr lang="en-US" sz="3000"/>
          </a:p>
          <a:p>
            <a:pPr lvl="1">
              <a:buFontTx/>
              <a:buChar char="-"/>
            </a:pPr>
            <a:endParaRPr lang="en-US" sz="3000"/>
          </a:p>
        </p:txBody>
      </p:sp>
      <p:sp>
        <p:nvSpPr>
          <p:cNvPr id="7" name="Rectangle 6">
            <a:extLst>
              <a:ext uri="{FF2B5EF4-FFF2-40B4-BE49-F238E27FC236}">
                <a16:creationId xmlns:a16="http://schemas.microsoft.com/office/drawing/2014/main" id="{988237DA-C7F1-26D1-0D64-143C3754DB83}"/>
              </a:ext>
            </a:extLst>
          </p:cNvPr>
          <p:cNvSpPr/>
          <p:nvPr/>
        </p:nvSpPr>
        <p:spPr>
          <a:xfrm>
            <a:off x="307731" y="3429000"/>
            <a:ext cx="11637748" cy="297628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bool</a:t>
            </a:r>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playerIsAlive</a:t>
            </a:r>
            <a:r>
              <a:rPr lang="en-US" sz="2400">
                <a:latin typeface="Courier New" panose="02070309020205020404" pitchFamily="49" charset="0"/>
                <a:cs typeface="Courier New" panose="02070309020205020404" pitchFamily="49" charset="0"/>
              </a:rPr>
              <a:t> = true;</a:t>
            </a:r>
          </a:p>
          <a:p>
            <a:r>
              <a:rPr lang="en-US" sz="2400">
                <a:latin typeface="Courier New" panose="02070309020205020404" pitchFamily="49" charset="0"/>
                <a:cs typeface="Courier New" panose="02070309020205020404" pitchFamily="49" charset="0"/>
              </a:rPr>
              <a:t>if (</a:t>
            </a:r>
            <a:r>
              <a:rPr lang="en-US" sz="2400" b="1">
                <a:solidFill>
                  <a:schemeClr val="accent1"/>
                </a:solidFill>
                <a:latin typeface="Courier New" panose="02070309020205020404" pitchFamily="49" charset="0"/>
                <a:cs typeface="Courier New" panose="02070309020205020404" pitchFamily="49" charset="0"/>
              </a:rPr>
              <a:t>!</a:t>
            </a:r>
            <a:r>
              <a:rPr lang="en-US" sz="2400" err="1">
                <a:solidFill>
                  <a:schemeClr val="bg1"/>
                </a:solidFill>
                <a:latin typeface="Courier New" panose="02070309020205020404" pitchFamily="49" charset="0"/>
                <a:cs typeface="Courier New" panose="02070309020205020404" pitchFamily="49" charset="0"/>
              </a:rPr>
              <a:t>playerIsAlive</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”Game Over";</a:t>
            </a:r>
          </a:p>
          <a:p>
            <a:r>
              <a:rPr lang="en-US" sz="2400">
                <a:latin typeface="Courier New" panose="02070309020205020404" pitchFamily="49" charset="0"/>
                <a:cs typeface="Courier New" panose="02070309020205020404" pitchFamily="49" charset="0"/>
              </a:rPr>
              <a:t>}</a:t>
            </a:r>
          </a:p>
        </p:txBody>
      </p:sp>
      <p:sp>
        <p:nvSpPr>
          <p:cNvPr id="8" name="TextBox 7">
            <a:extLst>
              <a:ext uri="{FF2B5EF4-FFF2-40B4-BE49-F238E27FC236}">
                <a16:creationId xmlns:a16="http://schemas.microsoft.com/office/drawing/2014/main" id="{49C2112F-143B-2074-26FF-5B0F2E1CEEEF}"/>
              </a:ext>
            </a:extLst>
          </p:cNvPr>
          <p:cNvSpPr txBox="1"/>
          <p:nvPr/>
        </p:nvSpPr>
        <p:spPr>
          <a:xfrm>
            <a:off x="646111" y="6405282"/>
            <a:ext cx="10187352" cy="369332"/>
          </a:xfrm>
          <a:prstGeom prst="rect">
            <a:avLst/>
          </a:prstGeom>
          <a:noFill/>
        </p:spPr>
        <p:txBody>
          <a:bodyPr wrap="square" rtlCol="0">
            <a:spAutoFit/>
          </a:bodyPr>
          <a:lstStyle/>
          <a:p>
            <a:r>
              <a:rPr lang="en-US"/>
              <a:t>Output: [NONE]</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214A057-6E0B-B9FE-0B97-E7D6CCD1E596}"/>
                  </a:ext>
                </a:extLst>
              </p14:cNvPr>
              <p14:cNvContentPartPr/>
              <p14:nvPr/>
            </p14:nvContentPartPr>
            <p14:xfrm>
              <a:off x="1159462" y="4704480"/>
              <a:ext cx="274320" cy="33840"/>
            </p14:xfrm>
          </p:contentPart>
        </mc:Choice>
        <mc:Fallback xmlns="">
          <p:pic>
            <p:nvPicPr>
              <p:cNvPr id="4" name="Ink 3">
                <a:extLst>
                  <a:ext uri="{FF2B5EF4-FFF2-40B4-BE49-F238E27FC236}">
                    <a16:creationId xmlns:a16="http://schemas.microsoft.com/office/drawing/2014/main" id="{C214A057-6E0B-B9FE-0B97-E7D6CCD1E596}"/>
                  </a:ext>
                </a:extLst>
              </p:cNvPr>
              <p:cNvPicPr/>
              <p:nvPr/>
            </p:nvPicPr>
            <p:blipFill>
              <a:blip r:embed="rId4"/>
              <a:stretch>
                <a:fillRect/>
              </a:stretch>
            </p:blipFill>
            <p:spPr>
              <a:xfrm>
                <a:off x="1153342" y="4698360"/>
                <a:ext cx="286560" cy="46080"/>
              </a:xfrm>
              <a:prstGeom prst="rect">
                <a:avLst/>
              </a:prstGeom>
            </p:spPr>
          </p:pic>
        </mc:Fallback>
      </mc:AlternateContent>
      <p:grpSp>
        <p:nvGrpSpPr>
          <p:cNvPr id="9" name="Group 8">
            <a:extLst>
              <a:ext uri="{FF2B5EF4-FFF2-40B4-BE49-F238E27FC236}">
                <a16:creationId xmlns:a16="http://schemas.microsoft.com/office/drawing/2014/main" id="{15D0F8C2-2664-6989-7BFC-4874F3D4030A}"/>
              </a:ext>
            </a:extLst>
          </p:cNvPr>
          <p:cNvGrpSpPr/>
          <p:nvPr/>
        </p:nvGrpSpPr>
        <p:grpSpPr>
          <a:xfrm>
            <a:off x="2286262" y="4970880"/>
            <a:ext cx="1558800" cy="785520"/>
            <a:chOff x="2286262" y="4970880"/>
            <a:chExt cx="1558800" cy="78552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FCCCB5A-C2EA-925B-4A17-10A01A1B111A}"/>
                    </a:ext>
                  </a:extLst>
                </p14:cNvPr>
                <p14:cNvContentPartPr/>
                <p14:nvPr/>
              </p14:nvContentPartPr>
              <p14:xfrm>
                <a:off x="2286262" y="4970880"/>
                <a:ext cx="1558800" cy="520200"/>
              </p14:xfrm>
            </p:contentPart>
          </mc:Choice>
          <mc:Fallback xmlns="">
            <p:pic>
              <p:nvPicPr>
                <p:cNvPr id="5" name="Ink 4">
                  <a:extLst>
                    <a:ext uri="{FF2B5EF4-FFF2-40B4-BE49-F238E27FC236}">
                      <a16:creationId xmlns:a16="http://schemas.microsoft.com/office/drawing/2014/main" id="{6FCCCB5A-C2EA-925B-4A17-10A01A1B111A}"/>
                    </a:ext>
                  </a:extLst>
                </p:cNvPr>
                <p:cNvPicPr/>
                <p:nvPr/>
              </p:nvPicPr>
              <p:blipFill>
                <a:blip r:embed="rId6"/>
                <a:stretch>
                  <a:fillRect/>
                </a:stretch>
              </p:blipFill>
              <p:spPr>
                <a:xfrm>
                  <a:off x="2280142" y="4964764"/>
                  <a:ext cx="1571040" cy="53243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FA6C2B74-CA5D-535A-6874-A073D7352134}"/>
                    </a:ext>
                  </a:extLst>
                </p14:cNvPr>
                <p14:cNvContentPartPr/>
                <p14:nvPr/>
              </p14:nvContentPartPr>
              <p14:xfrm>
                <a:off x="2393902" y="5116320"/>
                <a:ext cx="1027440" cy="640080"/>
              </p14:xfrm>
            </p:contentPart>
          </mc:Choice>
          <mc:Fallback xmlns="">
            <p:pic>
              <p:nvPicPr>
                <p:cNvPr id="6" name="Ink 5">
                  <a:extLst>
                    <a:ext uri="{FF2B5EF4-FFF2-40B4-BE49-F238E27FC236}">
                      <a16:creationId xmlns:a16="http://schemas.microsoft.com/office/drawing/2014/main" id="{FA6C2B74-CA5D-535A-6874-A073D7352134}"/>
                    </a:ext>
                  </a:extLst>
                </p:cNvPr>
                <p:cNvPicPr/>
                <p:nvPr/>
              </p:nvPicPr>
              <p:blipFill>
                <a:blip r:embed="rId8"/>
                <a:stretch>
                  <a:fillRect/>
                </a:stretch>
              </p:blipFill>
              <p:spPr>
                <a:xfrm>
                  <a:off x="2387782" y="5110200"/>
                  <a:ext cx="1039680" cy="652320"/>
                </a:xfrm>
                <a:prstGeom prst="rect">
                  <a:avLst/>
                </a:prstGeom>
              </p:spPr>
            </p:pic>
          </mc:Fallback>
        </mc:AlternateContent>
      </p:grpSp>
    </p:spTree>
    <p:extLst>
      <p:ext uri="{BB962C8B-B14F-4D97-AF65-F5344CB8AC3E}">
        <p14:creationId xmlns:p14="http://schemas.microsoft.com/office/powerpoint/2010/main" val="20530570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16206-8436-1EA6-0BEF-D8B08194B408}"/>
              </a:ext>
            </a:extLst>
          </p:cNvPr>
          <p:cNvSpPr>
            <a:spLocks noGrp="1"/>
          </p:cNvSpPr>
          <p:nvPr>
            <p:ph type="title"/>
          </p:nvPr>
        </p:nvSpPr>
        <p:spPr/>
        <p:txBody>
          <a:bodyPr/>
          <a:lstStyle/>
          <a:p>
            <a:r>
              <a:rPr lang="en-US"/>
              <a:t>Logical Operators Chart</a:t>
            </a:r>
          </a:p>
        </p:txBody>
      </p:sp>
      <p:pic>
        <p:nvPicPr>
          <p:cNvPr id="7" name="Content Placeholder 6" descr="A table with words on it&#10;&#10;Description automatically generated">
            <a:extLst>
              <a:ext uri="{FF2B5EF4-FFF2-40B4-BE49-F238E27FC236}">
                <a16:creationId xmlns:a16="http://schemas.microsoft.com/office/drawing/2014/main" id="{0E550D4E-08EF-74F4-7070-892391B10F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952234"/>
            <a:ext cx="12192309" cy="2608305"/>
          </a:xfrm>
        </p:spPr>
      </p:pic>
    </p:spTree>
    <p:extLst>
      <p:ext uri="{BB962C8B-B14F-4D97-AF65-F5344CB8AC3E}">
        <p14:creationId xmlns:p14="http://schemas.microsoft.com/office/powerpoint/2010/main" val="243840304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normAutofit fontScale="90000"/>
          </a:bodyPr>
          <a:lstStyle/>
          <a:p>
            <a:r>
              <a:rPr lang="en-US"/>
              <a:t>Best Practices - conditionals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p:txBody>
          <a:bodyPr>
            <a:normAutofit fontScale="92500" lnSpcReduction="10000"/>
          </a:bodyPr>
          <a:lstStyle/>
          <a:p>
            <a:r>
              <a:rPr lang="en-US" b="1"/>
              <a:t>Keep conditions simple</a:t>
            </a:r>
            <a:r>
              <a:rPr lang="en-US"/>
              <a:t>: Write conditions that are easy to understand.</a:t>
            </a:r>
          </a:p>
          <a:p>
            <a:r>
              <a:rPr lang="en-US" b="1"/>
              <a:t>Avoid deep nesting</a:t>
            </a:r>
            <a:r>
              <a:rPr lang="en-US"/>
              <a:t>: Deeply nested conditions can make your code hard to read.</a:t>
            </a:r>
          </a:p>
          <a:p>
            <a:r>
              <a:rPr lang="en-US" b="1"/>
              <a:t>Use else if when necessary</a:t>
            </a:r>
            <a:r>
              <a:rPr lang="en-US"/>
              <a:t>: Use else if when you have multiple mutually exclusive conditions.</a:t>
            </a:r>
          </a:p>
          <a:p>
            <a:r>
              <a:rPr lang="en-US" b="1"/>
              <a:t>Order Matters</a:t>
            </a:r>
            <a:r>
              <a:rPr lang="en-US"/>
              <a:t>: When using a “conditional chain”, the order in which you check things matters.</a:t>
            </a:r>
          </a:p>
          <a:p>
            <a:r>
              <a:rPr lang="en-US" b="1"/>
              <a:t>Handle edge cases</a:t>
            </a:r>
            <a:r>
              <a:rPr lang="en-US"/>
              <a:t>: Ensure you consider and handle edge cases in your logic.</a:t>
            </a:r>
          </a:p>
          <a:p>
            <a:r>
              <a:rPr lang="en-US" b="1"/>
              <a:t>Space things out!</a:t>
            </a:r>
            <a:r>
              <a:rPr lang="en-US"/>
              <a:t>: You should ALWAYS tab things over inside of a code block. (Look at the examples I provided)</a:t>
            </a:r>
          </a:p>
        </p:txBody>
      </p:sp>
    </p:spTree>
    <p:extLst>
      <p:ext uri="{BB962C8B-B14F-4D97-AF65-F5344CB8AC3E}">
        <p14:creationId xmlns:p14="http://schemas.microsoft.com/office/powerpoint/2010/main" val="182767020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Other types of conditionals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056774" cy="4846319"/>
          </a:xfrm>
        </p:spPr>
        <p:txBody>
          <a:bodyPr>
            <a:normAutofit/>
          </a:bodyPr>
          <a:lstStyle/>
          <a:p>
            <a:pPr marL="0" indent="0">
              <a:buNone/>
            </a:pPr>
            <a:r>
              <a:rPr lang="en-US" sz="3200"/>
              <a:t>If, else if and else are not the only way to handle conditionals. They work almost all the time, so they are the first one you should learn.</a:t>
            </a:r>
          </a:p>
          <a:p>
            <a:pPr marL="0" indent="0">
              <a:buNone/>
            </a:pPr>
            <a:endParaRPr lang="en-US" sz="3200"/>
          </a:p>
          <a:p>
            <a:pPr marL="0" indent="0">
              <a:buNone/>
            </a:pPr>
            <a:r>
              <a:rPr lang="en-US" sz="3200"/>
              <a:t>You may encounter other types, so let’s briefly cover them.</a:t>
            </a:r>
          </a:p>
        </p:txBody>
      </p:sp>
    </p:spTree>
    <p:extLst>
      <p:ext uri="{BB962C8B-B14F-4D97-AF65-F5344CB8AC3E}">
        <p14:creationId xmlns:p14="http://schemas.microsoft.com/office/powerpoint/2010/main" val="142492597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Ternary operator ( ? : )</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10670676" cy="4846319"/>
          </a:xfrm>
        </p:spPr>
        <p:txBody>
          <a:bodyPr>
            <a:normAutofit/>
          </a:bodyPr>
          <a:lstStyle/>
          <a:p>
            <a:pPr>
              <a:buFontTx/>
              <a:buChar char="-"/>
            </a:pPr>
            <a:r>
              <a:rPr lang="en-US" sz="3200"/>
              <a:t>Shorthand for if-else.</a:t>
            </a:r>
          </a:p>
          <a:p>
            <a:pPr>
              <a:buFontTx/>
              <a:buChar char="-"/>
            </a:pPr>
            <a:r>
              <a:rPr lang="en-US" sz="3200"/>
              <a:t>Only works if you KNOW you will only have 2 options/outcomes. </a:t>
            </a:r>
          </a:p>
        </p:txBody>
      </p:sp>
      <p:sp>
        <p:nvSpPr>
          <p:cNvPr id="4" name="Rectangle 3">
            <a:extLst>
              <a:ext uri="{FF2B5EF4-FFF2-40B4-BE49-F238E27FC236}">
                <a16:creationId xmlns:a16="http://schemas.microsoft.com/office/drawing/2014/main" id="{37E09367-3BB4-F95F-8C38-7F14DC025F7C}"/>
              </a:ext>
            </a:extLst>
          </p:cNvPr>
          <p:cNvSpPr/>
          <p:nvPr/>
        </p:nvSpPr>
        <p:spPr>
          <a:xfrm>
            <a:off x="1570658" y="3082256"/>
            <a:ext cx="8713075" cy="106394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bg1"/>
                </a:solidFill>
                <a:latin typeface="Courier New" panose="02070309020205020404" pitchFamily="49" charset="0"/>
                <a:cs typeface="Courier New" panose="02070309020205020404" pitchFamily="49" charset="0"/>
              </a:rPr>
              <a:t>if(condition) </a:t>
            </a:r>
            <a:r>
              <a:rPr lang="en-US" sz="2400" b="1">
                <a:solidFill>
                  <a:schemeClr val="bg1"/>
                </a:solidFill>
                <a:latin typeface="Courier New" panose="02070309020205020404" pitchFamily="49" charset="0"/>
                <a:cs typeface="Courier New" panose="02070309020205020404" pitchFamily="49" charset="0"/>
              </a:rPr>
              <a:t>?</a:t>
            </a:r>
            <a:r>
              <a:rPr lang="en-US" sz="2400">
                <a:solidFill>
                  <a:schemeClr val="bg1"/>
                </a:solidFill>
                <a:latin typeface="Courier New" panose="02070309020205020404" pitchFamily="49" charset="0"/>
                <a:cs typeface="Courier New" panose="02070309020205020404" pitchFamily="49" charset="0"/>
              </a:rPr>
              <a:t> expression1</a:t>
            </a:r>
            <a:r>
              <a:rPr lang="en-US" sz="2400" b="1">
                <a:solidFill>
                  <a:schemeClr val="bg1"/>
                </a:solidFill>
                <a:latin typeface="Courier New" panose="02070309020205020404" pitchFamily="49" charset="0"/>
                <a:cs typeface="Courier New" panose="02070309020205020404" pitchFamily="49" charset="0"/>
              </a:rPr>
              <a:t>:</a:t>
            </a:r>
            <a:r>
              <a:rPr lang="en-US" sz="2400">
                <a:solidFill>
                  <a:schemeClr val="bg1"/>
                </a:solidFill>
                <a:latin typeface="Courier New" panose="02070309020205020404" pitchFamily="49" charset="0"/>
                <a:cs typeface="Courier New" panose="02070309020205020404" pitchFamily="49" charset="0"/>
              </a:rPr>
              <a:t>expression2 ;</a:t>
            </a:r>
          </a:p>
        </p:txBody>
      </p:sp>
      <p:sp>
        <p:nvSpPr>
          <p:cNvPr id="5" name="Rectangle 4">
            <a:extLst>
              <a:ext uri="{FF2B5EF4-FFF2-40B4-BE49-F238E27FC236}">
                <a16:creationId xmlns:a16="http://schemas.microsoft.com/office/drawing/2014/main" id="{06A2F5B3-91B0-A5F1-034F-24E614BC578D}"/>
              </a:ext>
            </a:extLst>
          </p:cNvPr>
          <p:cNvSpPr/>
          <p:nvPr/>
        </p:nvSpPr>
        <p:spPr>
          <a:xfrm>
            <a:off x="1570658" y="4233285"/>
            <a:ext cx="9366974" cy="21892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int</a:t>
            </a:r>
            <a:r>
              <a:rPr lang="en-US" sz="2400">
                <a:latin typeface="Courier New" panose="02070309020205020404" pitchFamily="49" charset="0"/>
                <a:cs typeface="Courier New" panose="02070309020205020404" pitchFamily="49" charset="0"/>
              </a:rPr>
              <a:t> age = 18; </a:t>
            </a:r>
          </a:p>
          <a:p>
            <a:endParaRPr lang="en-US" sz="2400">
              <a:latin typeface="Courier New" panose="02070309020205020404" pitchFamily="49" charset="0"/>
              <a:cs typeface="Courier New" panose="02070309020205020404" pitchFamily="49" charset="0"/>
            </a:endParaRPr>
          </a:p>
          <a:p>
            <a:r>
              <a:rPr lang="en-US" sz="2400">
                <a:solidFill>
                  <a:schemeClr val="accent2"/>
                </a:solidFill>
                <a:latin typeface="Courier New" panose="02070309020205020404" pitchFamily="49" charset="0"/>
                <a:cs typeface="Courier New" panose="02070309020205020404" pitchFamily="49" charset="0"/>
              </a:rPr>
              <a:t>string</a:t>
            </a:r>
            <a:r>
              <a:rPr lang="en-US" sz="2400">
                <a:latin typeface="Courier New" panose="02070309020205020404" pitchFamily="49" charset="0"/>
                <a:cs typeface="Courier New" panose="02070309020205020404" pitchFamily="49" charset="0"/>
              </a:rPr>
              <a:t> result = (</a:t>
            </a:r>
            <a:r>
              <a:rPr lang="en-US" sz="2400">
                <a:solidFill>
                  <a:schemeClr val="accent1"/>
                </a:solidFill>
                <a:latin typeface="Courier New" panose="02070309020205020404" pitchFamily="49" charset="0"/>
                <a:cs typeface="Courier New" panose="02070309020205020404" pitchFamily="49" charset="0"/>
              </a:rPr>
              <a:t>age &gt;= 18</a:t>
            </a:r>
            <a:r>
              <a:rPr lang="en-US" sz="2400">
                <a:latin typeface="Courier New" panose="02070309020205020404" pitchFamily="49" charset="0"/>
                <a:cs typeface="Courier New" panose="02070309020205020404" pitchFamily="49" charset="0"/>
              </a:rPr>
              <a:t>) </a:t>
            </a:r>
            <a:r>
              <a:rPr lang="en-US" sz="2400" b="1">
                <a:solidFill>
                  <a:srgbClr val="FF0000"/>
                </a:solidFill>
                <a:latin typeface="Courier New" panose="02070309020205020404" pitchFamily="49" charset="0"/>
                <a:cs typeface="Courier New" panose="02070309020205020404" pitchFamily="49" charset="0"/>
              </a:rPr>
              <a:t>?</a:t>
            </a:r>
            <a:r>
              <a:rPr lang="en-US" sz="2400">
                <a:latin typeface="Courier New" panose="02070309020205020404" pitchFamily="49" charset="0"/>
                <a:cs typeface="Courier New" panose="02070309020205020404" pitchFamily="49" charset="0"/>
              </a:rPr>
              <a:t> "Adult" </a:t>
            </a:r>
            <a:r>
              <a:rPr lang="en-US" sz="2400">
                <a:solidFill>
                  <a:srgbClr val="FF0000"/>
                </a:solidFill>
                <a:latin typeface="Courier New" panose="02070309020205020404" pitchFamily="49" charset="0"/>
                <a:cs typeface="Courier New" panose="02070309020205020404" pitchFamily="49" charset="0"/>
              </a:rPr>
              <a:t>:</a:t>
            </a:r>
            <a:r>
              <a:rPr lang="en-US" sz="2400">
                <a:latin typeface="Courier New" panose="02070309020205020404" pitchFamily="49" charset="0"/>
                <a:cs typeface="Courier New" panose="02070309020205020404" pitchFamily="49" charset="0"/>
              </a:rPr>
              <a:t> "Minor";</a:t>
            </a:r>
          </a:p>
          <a:p>
            <a:endParaRPr lang="en-US" sz="2400">
              <a:latin typeface="Courier New" panose="02070309020205020404" pitchFamily="49" charset="0"/>
              <a:cs typeface="Courier New" panose="02070309020205020404" pitchFamily="49" charset="0"/>
            </a:endParaRPr>
          </a:p>
          <a:p>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result; </a:t>
            </a:r>
            <a:r>
              <a:rPr lang="en-US" sz="2400">
                <a:solidFill>
                  <a:srgbClr val="92D050"/>
                </a:solidFill>
                <a:latin typeface="Courier New" panose="02070309020205020404" pitchFamily="49" charset="0"/>
                <a:cs typeface="Courier New" panose="02070309020205020404" pitchFamily="49" charset="0"/>
              </a:rPr>
              <a:t>// Output: Adult</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9A9B373-00B2-F2FF-09D4-510359C8F1F3}"/>
                  </a:ext>
                </a:extLst>
              </p14:cNvPr>
              <p14:cNvContentPartPr/>
              <p14:nvPr/>
            </p14:nvContentPartPr>
            <p14:xfrm>
              <a:off x="6939622" y="1176120"/>
              <a:ext cx="922680" cy="54360"/>
            </p14:xfrm>
          </p:contentPart>
        </mc:Choice>
        <mc:Fallback xmlns="">
          <p:pic>
            <p:nvPicPr>
              <p:cNvPr id="6" name="Ink 5">
                <a:extLst>
                  <a:ext uri="{FF2B5EF4-FFF2-40B4-BE49-F238E27FC236}">
                    <a16:creationId xmlns:a16="http://schemas.microsoft.com/office/drawing/2014/main" id="{79A9B373-00B2-F2FF-09D4-510359C8F1F3}"/>
                  </a:ext>
                </a:extLst>
              </p:cNvPr>
              <p:cNvPicPr/>
              <p:nvPr/>
            </p:nvPicPr>
            <p:blipFill>
              <a:blip r:embed="rId3"/>
              <a:stretch>
                <a:fillRect/>
              </a:stretch>
            </p:blipFill>
            <p:spPr>
              <a:xfrm>
                <a:off x="6933502" y="1170040"/>
                <a:ext cx="934920" cy="66519"/>
              </a:xfrm>
              <a:prstGeom prst="rect">
                <a:avLst/>
              </a:prstGeom>
            </p:spPr>
          </p:pic>
        </mc:Fallback>
      </mc:AlternateContent>
    </p:spTree>
    <p:extLst>
      <p:ext uri="{BB962C8B-B14F-4D97-AF65-F5344CB8AC3E}">
        <p14:creationId xmlns:p14="http://schemas.microsoft.com/office/powerpoint/2010/main" val="334986775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452718"/>
            <a:ext cx="9404723" cy="775191"/>
          </a:xfrm>
        </p:spPr>
        <p:txBody>
          <a:bodyPr/>
          <a:lstStyle/>
          <a:p>
            <a:r>
              <a:rPr lang="en-US"/>
              <a:t>Switch Statements</a:t>
            </a:r>
          </a:p>
        </p:txBody>
      </p:sp>
      <p:sp>
        <p:nvSpPr>
          <p:cNvPr id="3" name="Content Placeholder 2">
            <a:extLst>
              <a:ext uri="{FF2B5EF4-FFF2-40B4-BE49-F238E27FC236}">
                <a16:creationId xmlns:a16="http://schemas.microsoft.com/office/drawing/2014/main" id="{3F2BB627-7F0D-5BFA-B4F4-7E312212338E}"/>
              </a:ext>
            </a:extLst>
          </p:cNvPr>
          <p:cNvSpPr>
            <a:spLocks noGrp="1"/>
          </p:cNvSpPr>
          <p:nvPr>
            <p:ph idx="1"/>
          </p:nvPr>
        </p:nvSpPr>
        <p:spPr>
          <a:xfrm>
            <a:off x="1103313" y="1402080"/>
            <a:ext cx="4312749" cy="4846319"/>
          </a:xfrm>
        </p:spPr>
        <p:txBody>
          <a:bodyPr>
            <a:normAutofit/>
          </a:bodyPr>
          <a:lstStyle/>
          <a:p>
            <a:pPr>
              <a:buFontTx/>
              <a:buChar char="-"/>
            </a:pPr>
            <a:r>
              <a:rPr lang="en-US" sz="2800"/>
              <a:t>Used for multiple conditions based on a single value, typically easier to read than multiple else if statements.</a:t>
            </a:r>
          </a:p>
          <a:p>
            <a:pPr>
              <a:buFontTx/>
              <a:buChar char="-"/>
            </a:pPr>
            <a:r>
              <a:rPr lang="en-US" sz="2800"/>
              <a:t>Can’t be applied to all conditionals, so isn’t usually the default to learn first</a:t>
            </a:r>
            <a:endParaRPr lang="en-US" sz="3200"/>
          </a:p>
        </p:txBody>
      </p:sp>
      <p:sp>
        <p:nvSpPr>
          <p:cNvPr id="4" name="Rectangle 3">
            <a:extLst>
              <a:ext uri="{FF2B5EF4-FFF2-40B4-BE49-F238E27FC236}">
                <a16:creationId xmlns:a16="http://schemas.microsoft.com/office/drawing/2014/main" id="{37E09367-3BB4-F95F-8C38-7F14DC025F7C}"/>
              </a:ext>
            </a:extLst>
          </p:cNvPr>
          <p:cNvSpPr/>
          <p:nvPr/>
        </p:nvSpPr>
        <p:spPr>
          <a:xfrm>
            <a:off x="5530362" y="1227909"/>
            <a:ext cx="6441495" cy="55693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latin typeface="Courier New" panose="02070309020205020404" pitchFamily="49" charset="0"/>
                <a:cs typeface="Courier New" panose="02070309020205020404" pitchFamily="49" charset="0"/>
              </a:rPr>
              <a:t>switch (</a:t>
            </a:r>
            <a:r>
              <a:rPr lang="en-US" sz="2400">
                <a:solidFill>
                  <a:schemeClr val="accent2"/>
                </a:solidFill>
                <a:latin typeface="Courier New" panose="02070309020205020404" pitchFamily="49" charset="0"/>
                <a:cs typeface="Courier New" panose="02070309020205020404" pitchFamily="49" charset="0"/>
              </a:rPr>
              <a:t>variable</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case </a:t>
            </a:r>
            <a:r>
              <a:rPr lang="en-US" sz="2400">
                <a:solidFill>
                  <a:schemeClr val="accent2"/>
                </a:solidFill>
                <a:latin typeface="Courier New" panose="02070309020205020404" pitchFamily="49" charset="0"/>
                <a:cs typeface="Courier New" panose="02070309020205020404" pitchFamily="49" charset="0"/>
              </a:rPr>
              <a:t>value1</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Code for case 1</a:t>
            </a:r>
          </a:p>
          <a:p>
            <a:r>
              <a:rPr lang="en-US" sz="2400">
                <a:solidFill>
                  <a:srgbClr val="92D050"/>
                </a:solidFill>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    case </a:t>
            </a:r>
            <a:r>
              <a:rPr lang="en-US" sz="2400">
                <a:solidFill>
                  <a:schemeClr val="accent2"/>
                </a:solidFill>
                <a:latin typeface="Courier New" panose="02070309020205020404" pitchFamily="49" charset="0"/>
                <a:cs typeface="Courier New" panose="02070309020205020404" pitchFamily="49" charset="0"/>
              </a:rPr>
              <a:t>value2</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Code for case 2</a:t>
            </a:r>
          </a:p>
          <a:p>
            <a:r>
              <a:rPr lang="en-US" sz="2400">
                <a:solidFill>
                  <a:srgbClr val="92D050"/>
                </a:solidFill>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    default:</a:t>
            </a:r>
          </a:p>
          <a:p>
            <a:r>
              <a:rPr lang="en-US" sz="2400">
                <a:latin typeface="Courier New" panose="02070309020205020404" pitchFamily="49" charset="0"/>
                <a:cs typeface="Courier New" panose="02070309020205020404" pitchFamily="49" charset="0"/>
              </a:rPr>
              <a:t>        </a:t>
            </a:r>
            <a:r>
              <a:rPr lang="en-US" sz="2400">
                <a:solidFill>
                  <a:srgbClr val="92D050"/>
                </a:solidFill>
                <a:latin typeface="Courier New" panose="02070309020205020404" pitchFamily="49" charset="0"/>
                <a:cs typeface="Courier New" panose="02070309020205020404" pitchFamily="49" charset="0"/>
              </a:rPr>
              <a:t>// Code if no cases match</a:t>
            </a:r>
          </a:p>
          <a:p>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6627650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4AE6-E86A-5BA7-20AA-68231859A7E3}"/>
              </a:ext>
            </a:extLst>
          </p:cNvPr>
          <p:cNvSpPr>
            <a:spLocks noGrp="1"/>
          </p:cNvSpPr>
          <p:nvPr>
            <p:ph type="title"/>
          </p:nvPr>
        </p:nvSpPr>
        <p:spPr>
          <a:xfrm>
            <a:off x="646111" y="160110"/>
            <a:ext cx="9404723" cy="775191"/>
          </a:xfrm>
        </p:spPr>
        <p:txBody>
          <a:bodyPr/>
          <a:lstStyle/>
          <a:p>
            <a:r>
              <a:rPr lang="en-US"/>
              <a:t>Switch Statements</a:t>
            </a:r>
          </a:p>
        </p:txBody>
      </p:sp>
      <p:sp>
        <p:nvSpPr>
          <p:cNvPr id="4" name="Rectangle 3">
            <a:extLst>
              <a:ext uri="{FF2B5EF4-FFF2-40B4-BE49-F238E27FC236}">
                <a16:creationId xmlns:a16="http://schemas.microsoft.com/office/drawing/2014/main" id="{37E09367-3BB4-F95F-8C38-7F14DC025F7C}"/>
              </a:ext>
            </a:extLst>
          </p:cNvPr>
          <p:cNvSpPr/>
          <p:nvPr/>
        </p:nvSpPr>
        <p:spPr>
          <a:xfrm>
            <a:off x="738554" y="859536"/>
            <a:ext cx="11233304" cy="59377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sz="2400">
                <a:solidFill>
                  <a:schemeClr val="accent2"/>
                </a:solidFill>
                <a:latin typeface="Courier New" panose="02070309020205020404" pitchFamily="49" charset="0"/>
                <a:cs typeface="Courier New" panose="02070309020205020404" pitchFamily="49" charset="0"/>
              </a:rPr>
              <a:t>char</a:t>
            </a:r>
            <a:r>
              <a:rPr lang="en-US" sz="2400">
                <a:latin typeface="Courier New" panose="02070309020205020404" pitchFamily="49" charset="0"/>
                <a:cs typeface="Courier New" panose="02070309020205020404" pitchFamily="49" charset="0"/>
              </a:rPr>
              <a:t> </a:t>
            </a:r>
            <a:r>
              <a:rPr lang="en-US" sz="2400">
                <a:solidFill>
                  <a:schemeClr val="accent6"/>
                </a:solidFill>
                <a:latin typeface="Courier New" panose="02070309020205020404" pitchFamily="49" charset="0"/>
                <a:cs typeface="Courier New" panose="02070309020205020404" pitchFamily="49" charset="0"/>
              </a:rPr>
              <a:t>grade</a:t>
            </a:r>
            <a:r>
              <a:rPr lang="en-US" sz="2400">
                <a:latin typeface="Courier New" panose="02070309020205020404" pitchFamily="49" charset="0"/>
                <a:cs typeface="Courier New" panose="02070309020205020404" pitchFamily="49" charset="0"/>
              </a:rPr>
              <a:t> = 'B';</a:t>
            </a:r>
          </a:p>
          <a:p>
            <a:r>
              <a:rPr lang="en-US" sz="2400">
                <a:latin typeface="Courier New" panose="02070309020205020404" pitchFamily="49" charset="0"/>
                <a:cs typeface="Courier New" panose="02070309020205020404" pitchFamily="49" charset="0"/>
              </a:rPr>
              <a:t>switch (</a:t>
            </a:r>
            <a:r>
              <a:rPr lang="en-US" sz="2400">
                <a:solidFill>
                  <a:schemeClr val="accent6"/>
                </a:solidFill>
                <a:latin typeface="Courier New" panose="02070309020205020404" pitchFamily="49" charset="0"/>
                <a:cs typeface="Courier New" panose="02070309020205020404" pitchFamily="49" charset="0"/>
              </a:rPr>
              <a:t>grade</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case </a:t>
            </a:r>
            <a:r>
              <a:rPr lang="en-US" sz="2400">
                <a:solidFill>
                  <a:schemeClr val="accent6"/>
                </a:solidFill>
                <a:latin typeface="Courier New" panose="02070309020205020404" pitchFamily="49" charset="0"/>
                <a:cs typeface="Courier New" panose="02070309020205020404" pitchFamily="49" charset="0"/>
              </a:rPr>
              <a:t>'A’</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"Excellent!";</a:t>
            </a:r>
          </a:p>
          <a:p>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    case </a:t>
            </a:r>
            <a:r>
              <a:rPr lang="en-US" sz="2400">
                <a:solidFill>
                  <a:schemeClr val="accent6"/>
                </a:solidFill>
                <a:latin typeface="Courier New" panose="02070309020205020404" pitchFamily="49" charset="0"/>
                <a:cs typeface="Courier New" panose="02070309020205020404" pitchFamily="49" charset="0"/>
              </a:rPr>
              <a:t>'B’</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"Good Job!";</a:t>
            </a:r>
          </a:p>
          <a:p>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    case </a:t>
            </a:r>
            <a:r>
              <a:rPr lang="en-US" sz="2400">
                <a:solidFill>
                  <a:schemeClr val="accent6"/>
                </a:solidFill>
                <a:latin typeface="Courier New" panose="02070309020205020404" pitchFamily="49" charset="0"/>
                <a:cs typeface="Courier New" panose="02070309020205020404" pitchFamily="49" charset="0"/>
              </a:rPr>
              <a:t>'C’</a:t>
            </a:r>
            <a:r>
              <a:rPr lang="en-US" sz="2400">
                <a:latin typeface="Courier New" panose="02070309020205020404" pitchFamily="49" charset="0"/>
                <a:cs typeface="Courier New" panose="02070309020205020404" pitchFamily="49" charset="0"/>
              </a:rPr>
              <a: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"Fair.";</a:t>
            </a:r>
          </a:p>
          <a:p>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    default:</a:t>
            </a:r>
          </a:p>
          <a:p>
            <a:r>
              <a:rPr lang="en-US" sz="2400">
                <a:latin typeface="Courier New" panose="02070309020205020404" pitchFamily="49" charset="0"/>
                <a:cs typeface="Courier New" panose="02070309020205020404" pitchFamily="49" charset="0"/>
              </a:rPr>
              <a:t> 		</a:t>
            </a:r>
            <a:r>
              <a:rPr lang="en-US" sz="2400" err="1">
                <a:latin typeface="Courier New" panose="02070309020205020404" pitchFamily="49" charset="0"/>
                <a:cs typeface="Courier New" panose="02070309020205020404" pitchFamily="49" charset="0"/>
              </a:rPr>
              <a:t>cout</a:t>
            </a:r>
            <a:r>
              <a:rPr lang="en-US" sz="2400">
                <a:latin typeface="Courier New" panose="02070309020205020404" pitchFamily="49" charset="0"/>
                <a:cs typeface="Courier New" panose="02070309020205020404" pitchFamily="49" charset="0"/>
              </a:rPr>
              <a:t> &lt;&lt; "Invalid grade.";</a:t>
            </a:r>
          </a:p>
          <a:p>
            <a:r>
              <a:rPr lang="en-US" sz="2400">
                <a:latin typeface="Courier New" panose="02070309020205020404" pitchFamily="49" charset="0"/>
                <a:cs typeface="Courier New" panose="02070309020205020404" pitchFamily="49" charset="0"/>
              </a:rPr>
              <a:t>        	</a:t>
            </a:r>
            <a:r>
              <a:rPr lang="en-US" sz="2400">
                <a:solidFill>
                  <a:srgbClr val="FF0000"/>
                </a:solidFill>
                <a:latin typeface="Courier New" panose="02070309020205020404" pitchFamily="49" charset="0"/>
                <a:cs typeface="Courier New" panose="02070309020205020404" pitchFamily="49" charset="0"/>
              </a:rPr>
              <a:t>break;</a:t>
            </a:r>
          </a:p>
          <a:p>
            <a:r>
              <a:rPr lang="en-US" sz="240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12294913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calculus formula">
            <a:extLst>
              <a:ext uri="{FF2B5EF4-FFF2-40B4-BE49-F238E27FC236}">
                <a16:creationId xmlns:a16="http://schemas.microsoft.com/office/drawing/2014/main" id="{002DEFC5-776C-1D58-87D0-2EBEAB708B2A}"/>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950A341F-2F2F-C812-EDFF-F030D7B14E4C}"/>
              </a:ext>
            </a:extLst>
          </p:cNvPr>
          <p:cNvSpPr>
            <a:spLocks noGrp="1"/>
          </p:cNvSpPr>
          <p:nvPr>
            <p:ph type="ctrTitle"/>
          </p:nvPr>
        </p:nvSpPr>
        <p:spPr>
          <a:xfrm>
            <a:off x="1154955" y="1447800"/>
            <a:ext cx="8825658" cy="3329581"/>
          </a:xfrm>
        </p:spPr>
        <p:txBody>
          <a:bodyPr>
            <a:normAutofit/>
          </a:bodyPr>
          <a:lstStyle/>
          <a:p>
            <a:r>
              <a:rPr lang="en-US">
                <a:solidFill>
                  <a:schemeClr val="tx1"/>
                </a:solidFill>
              </a:rPr>
              <a:t>Functions and Methods</a:t>
            </a:r>
          </a:p>
        </p:txBody>
      </p:sp>
      <p:sp>
        <p:nvSpPr>
          <p:cNvPr id="3" name="Subtitle 2">
            <a:extLst>
              <a:ext uri="{FF2B5EF4-FFF2-40B4-BE49-F238E27FC236}">
                <a16:creationId xmlns:a16="http://schemas.microsoft.com/office/drawing/2014/main" id="{63BAD2BD-8553-7D19-D4EF-EC1AA9D5FAD8}"/>
              </a:ext>
            </a:extLst>
          </p:cNvPr>
          <p:cNvSpPr>
            <a:spLocks noGrp="1"/>
          </p:cNvSpPr>
          <p:nvPr>
            <p:ph type="subTitle" idx="1"/>
          </p:nvPr>
        </p:nvSpPr>
        <p:spPr>
          <a:xfrm>
            <a:off x="1154955" y="4777380"/>
            <a:ext cx="8825658" cy="861420"/>
          </a:xfrm>
        </p:spPr>
        <p:txBody>
          <a:bodyPr>
            <a:normAutofit/>
          </a:bodyPr>
          <a:lstStyle/>
          <a:p>
            <a:r>
              <a:rPr lang="en-US">
                <a:solidFill>
                  <a:schemeClr val="tx1"/>
                </a:solidFill>
              </a:rPr>
              <a:t>They are the same thing but also kind of different which is annoying</a:t>
            </a:r>
          </a:p>
        </p:txBody>
      </p:sp>
      <p:sp>
        <p:nvSpPr>
          <p:cNvPr id="23" name="Rectangle 22">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953552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US"/>
          </a:p>
        </p:txBody>
      </p:sp>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1103312" y="452718"/>
            <a:ext cx="8947522" cy="1400530"/>
          </a:xfrm>
        </p:spPr>
        <p:txBody>
          <a:bodyPr anchor="ctr">
            <a:normAutofit/>
          </a:bodyPr>
          <a:lstStyle/>
          <a:p>
            <a:r>
              <a:rPr lang="en-US">
                <a:solidFill>
                  <a:srgbClr val="FFFFFF"/>
                </a:solidFill>
              </a:rPr>
              <a:t>Functions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1103312" y="2763520"/>
            <a:ext cx="8946541" cy="3484879"/>
          </a:xfrm>
        </p:spPr>
        <p:txBody>
          <a:bodyPr>
            <a:normAutofit/>
          </a:bodyPr>
          <a:lstStyle/>
          <a:p>
            <a:pPr rtl="0">
              <a:spcBef>
                <a:spcPts val="0"/>
              </a:spcBef>
              <a:spcAft>
                <a:spcPts val="1600"/>
              </a:spcAft>
            </a:pPr>
            <a:r>
              <a:rPr lang="en-US" b="0" i="0" u="none" strike="noStrike">
                <a:effectLst/>
                <a:latin typeface="+mn-lt"/>
              </a:rPr>
              <a:t>Function: A set of code that can be run later by calling its name.</a:t>
            </a:r>
            <a:endParaRPr lang="en-US" b="0">
              <a:effectLst/>
              <a:latin typeface="+mn-lt"/>
            </a:endParaRPr>
          </a:p>
          <a:p>
            <a:pPr rtl="0">
              <a:spcBef>
                <a:spcPts val="0"/>
              </a:spcBef>
              <a:spcAft>
                <a:spcPts val="1600"/>
              </a:spcAft>
            </a:pPr>
            <a:r>
              <a:rPr lang="en-US" b="0" i="0" u="none" strike="noStrike">
                <a:effectLst/>
                <a:latin typeface="+mn-lt"/>
              </a:rPr>
              <a:t>Think of it like teaching your computer a command.</a:t>
            </a:r>
            <a:endParaRPr lang="en-US" b="0">
              <a:effectLst/>
              <a:latin typeface="+mn-lt"/>
            </a:endParaRPr>
          </a:p>
          <a:p>
            <a:pPr rtl="0">
              <a:spcBef>
                <a:spcPts val="0"/>
              </a:spcBef>
              <a:spcAft>
                <a:spcPts val="1600"/>
              </a:spcAft>
            </a:pPr>
            <a:r>
              <a:rPr lang="en-US" b="0" i="0" u="none" strike="noStrike">
                <a:effectLst/>
                <a:latin typeface="+mn-lt"/>
              </a:rPr>
              <a:t>If you tell a kid to tie their shoes, they have no idea how to do it until you show them step by step (Grab one lace in one hand, and the other in the other…).</a:t>
            </a:r>
            <a:endParaRPr lang="en-US" b="0">
              <a:effectLst/>
              <a:latin typeface="+mn-lt"/>
            </a:endParaRPr>
          </a:p>
          <a:p>
            <a:pPr rtl="0">
              <a:spcBef>
                <a:spcPts val="0"/>
              </a:spcBef>
              <a:spcAft>
                <a:spcPts val="1600"/>
              </a:spcAft>
            </a:pPr>
            <a:r>
              <a:rPr lang="en-US" b="0" i="0" u="none" strike="noStrike">
                <a:effectLst/>
                <a:latin typeface="+mn-lt"/>
              </a:rPr>
              <a:t>But once they have learned it, you simply have to say “Tie your Shoe” and then they know what to do. </a:t>
            </a:r>
            <a:endParaRPr lang="en-US" b="0">
              <a:effectLst/>
              <a:latin typeface="+mn-lt"/>
            </a:endParaRPr>
          </a:p>
        </p:txBody>
      </p:sp>
    </p:spTree>
    <p:extLst>
      <p:ext uri="{BB962C8B-B14F-4D97-AF65-F5344CB8AC3E}">
        <p14:creationId xmlns:p14="http://schemas.microsoft.com/office/powerpoint/2010/main" val="3037465760"/>
      </p:ext>
    </p:extLst>
  </p:cSld>
  <p:clrMapOvr>
    <a:overrideClrMapping bg1="lt1" tx1="dk1" bg2="lt2" tx2="dk2" accent1="accent1" accent2="accent2" accent3="accent3" accent4="accent4" accent5="accent5" accent6="accent6" hlink="hlink" folHlink="folHlink"/>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Functions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p:txBody>
          <a:bodyPr>
            <a:normAutofit/>
          </a:bodyPr>
          <a:lstStyle/>
          <a:p>
            <a:pPr rtl="0">
              <a:spcBef>
                <a:spcPts val="0"/>
              </a:spcBef>
              <a:spcAft>
                <a:spcPts val="1600"/>
              </a:spcAft>
            </a:pPr>
            <a:r>
              <a:rPr lang="en-US" sz="2400" b="0" i="0" u="none" strike="noStrike" dirty="0">
                <a:solidFill>
                  <a:srgbClr val="FFFFFF"/>
                </a:solidFill>
                <a:effectLst/>
                <a:latin typeface="+mn-lt"/>
              </a:rPr>
              <a:t>Functions are blocks of code designed to perform a specific task.</a:t>
            </a:r>
          </a:p>
          <a:p>
            <a:pPr rtl="0">
              <a:spcBef>
                <a:spcPts val="0"/>
              </a:spcBef>
              <a:spcAft>
                <a:spcPts val="1600"/>
              </a:spcAft>
            </a:pPr>
            <a:r>
              <a:rPr lang="en-US" sz="2400" b="0" i="0" u="none" strike="noStrike" dirty="0">
                <a:solidFill>
                  <a:srgbClr val="FFFFFF"/>
                </a:solidFill>
                <a:effectLst/>
                <a:latin typeface="+mn-lt"/>
              </a:rPr>
              <a:t>They help to organize and reuse code, making it easier to read, maintain, and debug</a:t>
            </a:r>
            <a:r>
              <a:rPr lang="en-US" sz="2400" dirty="0">
                <a:solidFill>
                  <a:srgbClr val="FFFFFF"/>
                </a:solidFill>
                <a:latin typeface="+mn-lt"/>
              </a:rPr>
              <a:t>.</a:t>
            </a:r>
            <a:endParaRPr lang="en-US" sz="2400" b="0" i="0" u="none" strike="noStrike" dirty="0">
              <a:solidFill>
                <a:srgbClr val="FFFFFF"/>
              </a:solidFill>
              <a:effectLst/>
              <a:latin typeface="+mn-lt"/>
            </a:endParaRPr>
          </a:p>
        </p:txBody>
      </p:sp>
      <p:sp>
        <p:nvSpPr>
          <p:cNvPr id="6" name="Rectangle 5">
            <a:extLst>
              <a:ext uri="{FF2B5EF4-FFF2-40B4-BE49-F238E27FC236}">
                <a16:creationId xmlns:a16="http://schemas.microsoft.com/office/drawing/2014/main" id="{FAA9F8F9-23F3-A310-72FB-FA75F1347AE1}"/>
              </a:ext>
            </a:extLst>
          </p:cNvPr>
          <p:cNvSpPr/>
          <p:nvPr/>
        </p:nvSpPr>
        <p:spPr>
          <a:xfrm>
            <a:off x="286853" y="4542817"/>
            <a:ext cx="9479717" cy="21640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void</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SayHello</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prstClr val="white"/>
                </a:solidFill>
                <a:effectLst/>
                <a:uLnTx/>
                <a:uFillTx/>
                <a:latin typeface="Courier New" panose="02070309020205020404" pitchFamily="49" charset="0"/>
                <a:ea typeface="+mn-ea"/>
                <a:cs typeface="Courier New" panose="02070309020205020404" pitchFamily="49" charset="0"/>
              </a:rPr>
              <a:t>cout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&lt;&lt;"Hello, World!";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err="1">
                <a:solidFill>
                  <a:prstClr val="white"/>
                </a:solidFill>
                <a:latin typeface="Courier New" panose="02070309020205020404" pitchFamily="49" charset="0"/>
                <a:cs typeface="Courier New" panose="02070309020205020404" pitchFamily="49" charset="0"/>
              </a:rPr>
              <a:t>SayHello</a:t>
            </a:r>
            <a:r>
              <a:rPr lang="en-US" sz="2400" dirty="0">
                <a:solidFill>
                  <a:prstClr val="white"/>
                </a:solidFill>
                <a:latin typeface="Courier New" panose="02070309020205020404" pitchFamily="49" charset="0"/>
                <a:cs typeface="Courier New" panose="02070309020205020404" pitchFamily="49" charset="0"/>
              </a:rPr>
              <a:t>();</a:t>
            </a: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189387089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Why use Functions?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p:txBody>
          <a:bodyPr>
            <a:normAutofit/>
          </a:bodyPr>
          <a:lstStyle/>
          <a:p>
            <a:pPr rtl="0">
              <a:spcBef>
                <a:spcPts val="0"/>
              </a:spcBef>
              <a:spcAft>
                <a:spcPts val="1600"/>
              </a:spcAft>
            </a:pPr>
            <a:r>
              <a:rPr lang="en-US" sz="2400" b="1" i="0" u="none" strike="noStrike" dirty="0">
                <a:solidFill>
                  <a:srgbClr val="FFFFFF"/>
                </a:solidFill>
                <a:effectLst/>
                <a:latin typeface="+mn-lt"/>
              </a:rPr>
              <a:t>Code Reusability: </a:t>
            </a:r>
            <a:r>
              <a:rPr lang="en-US" sz="2400" b="0" i="0" u="none" strike="noStrike" dirty="0">
                <a:solidFill>
                  <a:srgbClr val="FFFFFF"/>
                </a:solidFill>
                <a:effectLst/>
                <a:latin typeface="+mn-lt"/>
              </a:rPr>
              <a:t>Write code once and reuse it whenever needed.</a:t>
            </a:r>
          </a:p>
          <a:p>
            <a:pPr rtl="0">
              <a:spcBef>
                <a:spcPts val="0"/>
              </a:spcBef>
              <a:spcAft>
                <a:spcPts val="1600"/>
              </a:spcAft>
            </a:pPr>
            <a:r>
              <a:rPr lang="en-US" sz="2400" b="1" i="0" u="none" strike="noStrike" dirty="0">
                <a:solidFill>
                  <a:srgbClr val="FFFFFF"/>
                </a:solidFill>
                <a:effectLst/>
                <a:latin typeface="+mn-lt"/>
              </a:rPr>
              <a:t>Modularity: </a:t>
            </a:r>
            <a:r>
              <a:rPr lang="en-US" sz="2400" b="0" i="0" u="none" strike="noStrike" dirty="0">
                <a:solidFill>
                  <a:srgbClr val="FFFFFF"/>
                </a:solidFill>
                <a:effectLst/>
                <a:latin typeface="+mn-lt"/>
              </a:rPr>
              <a:t>Break down complex problems into smaller, manageable tasks.</a:t>
            </a:r>
          </a:p>
          <a:p>
            <a:pPr rtl="0">
              <a:spcBef>
                <a:spcPts val="0"/>
              </a:spcBef>
              <a:spcAft>
                <a:spcPts val="1600"/>
              </a:spcAft>
            </a:pPr>
            <a:r>
              <a:rPr lang="en-US" sz="2400" b="1" i="0" u="none" strike="noStrike" dirty="0">
                <a:solidFill>
                  <a:srgbClr val="FFFFFF"/>
                </a:solidFill>
                <a:effectLst/>
                <a:latin typeface="+mn-lt"/>
              </a:rPr>
              <a:t>Readability: </a:t>
            </a:r>
            <a:r>
              <a:rPr lang="en-US" sz="2400" b="0" i="0" u="none" strike="noStrike" dirty="0">
                <a:solidFill>
                  <a:srgbClr val="FFFFFF"/>
                </a:solidFill>
                <a:effectLst/>
                <a:latin typeface="+mn-lt"/>
              </a:rPr>
              <a:t>Makes the code easier to read and understand.</a:t>
            </a:r>
          </a:p>
          <a:p>
            <a:pPr rtl="0">
              <a:spcBef>
                <a:spcPts val="0"/>
              </a:spcBef>
              <a:spcAft>
                <a:spcPts val="1600"/>
              </a:spcAft>
            </a:pPr>
            <a:r>
              <a:rPr lang="en-US" sz="2400" b="1" i="0" u="none" strike="noStrike" dirty="0">
                <a:solidFill>
                  <a:srgbClr val="FFFFFF"/>
                </a:solidFill>
                <a:effectLst/>
                <a:latin typeface="+mn-lt"/>
              </a:rPr>
              <a:t>Maintainability: </a:t>
            </a:r>
            <a:r>
              <a:rPr lang="en-US" sz="2400" b="0" i="0" u="none" strike="noStrike" dirty="0">
                <a:solidFill>
                  <a:srgbClr val="FFFFFF"/>
                </a:solidFill>
                <a:effectLst/>
                <a:latin typeface="+mn-lt"/>
              </a:rPr>
              <a:t>Easier to update and debug code by isolating functionality.</a:t>
            </a:r>
            <a:endParaRPr lang="en-US" sz="2400" b="0" dirty="0">
              <a:effectLst/>
              <a:latin typeface="+mn-lt"/>
            </a:endParaRPr>
          </a:p>
        </p:txBody>
      </p:sp>
    </p:spTree>
    <p:extLst>
      <p:ext uri="{BB962C8B-B14F-4D97-AF65-F5344CB8AC3E}">
        <p14:creationId xmlns:p14="http://schemas.microsoft.com/office/powerpoint/2010/main" val="235926561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pPr rtl="0">
              <a:spcBef>
                <a:spcPts val="0"/>
              </a:spcBef>
              <a:spcAft>
                <a:spcPts val="0"/>
              </a:spcAft>
            </a:pPr>
            <a:r>
              <a:rPr lang="en-US" sz="4000" b="0" i="0" u="none" strike="noStrike">
                <a:solidFill>
                  <a:srgbClr val="FFFFFF"/>
                </a:solidFill>
                <a:effectLst/>
              </a:rPr>
              <a:t>D.R.Y</a:t>
            </a:r>
            <a:endParaRPr lang="en-US" sz="4000"/>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p:txBody>
          <a:bodyPr>
            <a:normAutofit lnSpcReduction="10000"/>
          </a:bodyPr>
          <a:lstStyle/>
          <a:p>
            <a:pPr rtl="0">
              <a:spcBef>
                <a:spcPts val="0"/>
              </a:spcBef>
              <a:spcAft>
                <a:spcPts val="1600"/>
              </a:spcAft>
            </a:pPr>
            <a:r>
              <a:rPr lang="en-US" sz="4000" b="0" i="0" u="none" strike="noStrike">
                <a:solidFill>
                  <a:srgbClr val="FFFFFF"/>
                </a:solidFill>
                <a:effectLst/>
                <a:latin typeface="+mn-lt"/>
              </a:rPr>
              <a:t>Don’t Repeat Yourself</a:t>
            </a:r>
          </a:p>
          <a:p>
            <a:pPr rtl="0">
              <a:spcBef>
                <a:spcPts val="0"/>
              </a:spcBef>
              <a:spcAft>
                <a:spcPts val="1600"/>
              </a:spcAft>
            </a:pPr>
            <a:endParaRPr lang="en-US" sz="4000">
              <a:solidFill>
                <a:srgbClr val="FFFFFF"/>
              </a:solidFill>
              <a:latin typeface="+mn-lt"/>
            </a:endParaRPr>
          </a:p>
          <a:p>
            <a:pPr marL="0" indent="0" rtl="0">
              <a:spcBef>
                <a:spcPts val="0"/>
              </a:spcBef>
              <a:spcAft>
                <a:spcPts val="1600"/>
              </a:spcAft>
              <a:buNone/>
            </a:pPr>
            <a:endParaRPr lang="en-US" sz="4000" b="0">
              <a:effectLst/>
              <a:latin typeface="+mn-lt"/>
            </a:endParaRPr>
          </a:p>
          <a:p>
            <a:pPr rtl="0">
              <a:spcBef>
                <a:spcPts val="0"/>
              </a:spcBef>
              <a:spcAft>
                <a:spcPts val="1600"/>
              </a:spcAft>
            </a:pPr>
            <a:r>
              <a:rPr lang="en-US" sz="2400" b="0" i="0" u="none" strike="noStrike">
                <a:solidFill>
                  <a:srgbClr val="FFFFFF"/>
                </a:solidFill>
                <a:effectLst/>
                <a:latin typeface="+mn-lt"/>
              </a:rPr>
              <a:t>Whenever possible, try to avoid repeating code unnecessarily. </a:t>
            </a:r>
            <a:endParaRPr lang="en-US" sz="2400" b="0">
              <a:effectLst/>
              <a:latin typeface="+mn-lt"/>
            </a:endParaRPr>
          </a:p>
          <a:p>
            <a:pPr rtl="0">
              <a:spcBef>
                <a:spcPts val="0"/>
              </a:spcBef>
              <a:spcAft>
                <a:spcPts val="1600"/>
              </a:spcAft>
            </a:pPr>
            <a:r>
              <a:rPr lang="en-US" sz="2400" b="0" i="0" u="none" strike="noStrike">
                <a:solidFill>
                  <a:srgbClr val="FFFFFF"/>
                </a:solidFill>
                <a:effectLst/>
                <a:latin typeface="+mn-lt"/>
              </a:rPr>
              <a:t>Use functions to take code you would use multiple times and make it easier to maintain.</a:t>
            </a:r>
            <a:endParaRPr lang="en-US" sz="2400" b="0">
              <a:effectLst/>
              <a:latin typeface="+mn-lt"/>
            </a:endParaRPr>
          </a:p>
        </p:txBody>
      </p:sp>
    </p:spTree>
    <p:extLst>
      <p:ext uri="{BB962C8B-B14F-4D97-AF65-F5344CB8AC3E}">
        <p14:creationId xmlns:p14="http://schemas.microsoft.com/office/powerpoint/2010/main" val="43733824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Function Declaration Syntax</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912698" y="1331259"/>
            <a:ext cx="8946541" cy="4195481"/>
          </a:xfrm>
        </p:spPr>
        <p:txBody>
          <a:bodyPr>
            <a:normAutofit/>
          </a:bodyPr>
          <a:lstStyle/>
          <a:p>
            <a:pPr rtl="0">
              <a:spcBef>
                <a:spcPts val="0"/>
              </a:spcBef>
              <a:spcAft>
                <a:spcPts val="1600"/>
              </a:spcAft>
            </a:pPr>
            <a:r>
              <a:rPr lang="en-US" sz="2400" b="1" i="0" u="none" strike="noStrike" dirty="0" err="1">
                <a:solidFill>
                  <a:srgbClr val="FFFFFF"/>
                </a:solidFill>
                <a:effectLst/>
                <a:latin typeface="+mn-lt"/>
              </a:rPr>
              <a:t>ReturnType</a:t>
            </a:r>
            <a:r>
              <a:rPr lang="en-US" sz="2400" b="1" i="0" u="none" strike="noStrike" dirty="0">
                <a:solidFill>
                  <a:srgbClr val="FFFFFF"/>
                </a:solidFill>
                <a:effectLst/>
                <a:latin typeface="+mn-lt"/>
              </a:rPr>
              <a:t>: </a:t>
            </a:r>
            <a:r>
              <a:rPr lang="en-US" sz="2400" b="0" i="0" u="none" strike="noStrike" dirty="0">
                <a:solidFill>
                  <a:srgbClr val="FFFFFF"/>
                </a:solidFill>
                <a:effectLst/>
                <a:latin typeface="+mn-lt"/>
              </a:rPr>
              <a:t>The data type of the value the function returns (e.g., int, void). The actual return goes AT THE END of the </a:t>
            </a:r>
            <a:r>
              <a:rPr lang="en-US" sz="2400" b="0" i="0" u="none" strike="noStrike" dirty="0" err="1">
                <a:solidFill>
                  <a:srgbClr val="FFFFFF"/>
                </a:solidFill>
                <a:effectLst/>
                <a:latin typeface="+mn-lt"/>
              </a:rPr>
              <a:t>codeblock</a:t>
            </a:r>
            <a:r>
              <a:rPr lang="en-US" sz="2400" b="0" i="0" u="none" strike="noStrike" dirty="0">
                <a:solidFill>
                  <a:srgbClr val="FFFFFF"/>
                </a:solidFill>
                <a:effectLst/>
                <a:latin typeface="+mn-lt"/>
              </a:rPr>
              <a:t>.</a:t>
            </a:r>
          </a:p>
          <a:p>
            <a:pPr rtl="0">
              <a:spcBef>
                <a:spcPts val="0"/>
              </a:spcBef>
              <a:spcAft>
                <a:spcPts val="1600"/>
              </a:spcAft>
            </a:pPr>
            <a:r>
              <a:rPr lang="en-US" sz="2400" b="1" i="0" u="none" strike="noStrike" dirty="0" err="1">
                <a:solidFill>
                  <a:srgbClr val="FFFFFF"/>
                </a:solidFill>
                <a:effectLst/>
                <a:latin typeface="+mn-lt"/>
              </a:rPr>
              <a:t>FunctionName</a:t>
            </a:r>
            <a:r>
              <a:rPr lang="en-US" sz="2400" b="1" i="0" u="none" strike="noStrike" dirty="0">
                <a:solidFill>
                  <a:srgbClr val="FFFFFF"/>
                </a:solidFill>
                <a:effectLst/>
                <a:latin typeface="+mn-lt"/>
              </a:rPr>
              <a:t>: </a:t>
            </a:r>
            <a:r>
              <a:rPr lang="en-US" sz="2400" b="0" i="0" u="none" strike="noStrike" dirty="0">
                <a:solidFill>
                  <a:srgbClr val="FFFFFF"/>
                </a:solidFill>
                <a:effectLst/>
                <a:latin typeface="+mn-lt"/>
              </a:rPr>
              <a:t>A meaningful name for the function.</a:t>
            </a:r>
          </a:p>
          <a:p>
            <a:pPr rtl="0">
              <a:spcBef>
                <a:spcPts val="0"/>
              </a:spcBef>
              <a:spcAft>
                <a:spcPts val="1600"/>
              </a:spcAft>
            </a:pPr>
            <a:r>
              <a:rPr lang="en-US" sz="2400" b="1" i="0" u="none" strike="noStrike" dirty="0">
                <a:solidFill>
                  <a:srgbClr val="FFFFFF"/>
                </a:solidFill>
                <a:effectLst/>
                <a:latin typeface="+mn-lt"/>
              </a:rPr>
              <a:t>Parameters: </a:t>
            </a:r>
            <a:r>
              <a:rPr lang="en-US" sz="2400" b="0" i="0" u="none" strike="noStrike" dirty="0">
                <a:solidFill>
                  <a:srgbClr val="FFFFFF"/>
                </a:solidFill>
                <a:effectLst/>
                <a:latin typeface="+mn-lt"/>
              </a:rPr>
              <a:t>Variables passed to the function (optional).</a:t>
            </a:r>
          </a:p>
          <a:p>
            <a:pPr rtl="0">
              <a:spcBef>
                <a:spcPts val="0"/>
              </a:spcBef>
              <a:spcAft>
                <a:spcPts val="1600"/>
              </a:spcAft>
            </a:pPr>
            <a:r>
              <a:rPr lang="en-US" sz="2400" b="1" i="0" u="none" strike="noStrike" dirty="0">
                <a:solidFill>
                  <a:srgbClr val="FFFFFF"/>
                </a:solidFill>
                <a:effectLst/>
                <a:latin typeface="+mn-lt"/>
              </a:rPr>
              <a:t>Body: </a:t>
            </a:r>
            <a:r>
              <a:rPr lang="en-US" sz="2400" b="0" i="0" u="none" strike="noStrike" dirty="0">
                <a:solidFill>
                  <a:srgbClr val="FFFFFF"/>
                </a:solidFill>
                <a:effectLst/>
                <a:latin typeface="+mn-lt"/>
              </a:rPr>
              <a:t>The block of code that runs when the function is called.</a:t>
            </a:r>
            <a:endParaRPr lang="en-US" sz="2400" b="0" dirty="0">
              <a:effectLst/>
              <a:latin typeface="+mn-lt"/>
            </a:endParaRPr>
          </a:p>
        </p:txBody>
      </p:sp>
      <p:sp>
        <p:nvSpPr>
          <p:cNvPr id="6" name="Rectangle 5">
            <a:extLst>
              <a:ext uri="{FF2B5EF4-FFF2-40B4-BE49-F238E27FC236}">
                <a16:creationId xmlns:a16="http://schemas.microsoft.com/office/drawing/2014/main" id="{FAA9F8F9-23F3-A310-72FB-FA75F1347AE1}"/>
              </a:ext>
            </a:extLst>
          </p:cNvPr>
          <p:cNvSpPr/>
          <p:nvPr/>
        </p:nvSpPr>
        <p:spPr>
          <a:xfrm>
            <a:off x="646109" y="4539371"/>
            <a:ext cx="9479717" cy="21640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EA6312"/>
                </a:solidFill>
                <a:effectLst/>
                <a:uLnTx/>
                <a:uFillTx/>
                <a:latin typeface="Courier New" panose="02070309020205020404" pitchFamily="49" charset="0"/>
                <a:ea typeface="+mn-ea"/>
                <a:cs typeface="Courier New" panose="02070309020205020404" pitchFamily="49" charset="0"/>
              </a:rPr>
              <a:t>ReturnType</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FunctionName</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err="1">
                <a:ln>
                  <a:noFill/>
                </a:ln>
                <a:solidFill>
                  <a:srgbClr val="EA6312"/>
                </a:solidFill>
                <a:effectLst/>
                <a:uLnTx/>
                <a:uFillTx/>
                <a:latin typeface="Courier New" panose="02070309020205020404" pitchFamily="49" charset="0"/>
                <a:ea typeface="+mn-ea"/>
                <a:cs typeface="Courier New" panose="02070309020205020404" pitchFamily="49" charset="0"/>
              </a:rPr>
              <a:t>ParameterType</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parameter</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rPr>
              <a:t>// Code to execute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6AAC90"/>
                </a:solidFill>
                <a:effectLst/>
                <a:uLnTx/>
                <a:uFillTx/>
                <a:latin typeface="Courier New" panose="02070309020205020404" pitchFamily="49" charset="0"/>
                <a:ea typeface="+mn-ea"/>
                <a:cs typeface="Courier New" panose="02070309020205020404" pitchFamily="49" charset="0"/>
              </a:rPr>
              <a:t>		return </a:t>
            </a:r>
            <a:r>
              <a:rPr kumimoji="0" lang="en-US" sz="2400" b="0" i="0" u="none" strike="noStrike" kern="1200" cap="none" spc="0" normalizeH="0" baseline="0" noProof="0" dirty="0" err="1">
                <a:ln>
                  <a:noFill/>
                </a:ln>
                <a:solidFill>
                  <a:srgbClr val="EA6312"/>
                </a:solidFill>
                <a:effectLst/>
                <a:uLnTx/>
                <a:uFillTx/>
                <a:latin typeface="Courier New" panose="02070309020205020404" pitchFamily="49" charset="0"/>
                <a:ea typeface="+mn-ea"/>
                <a:cs typeface="Courier New" panose="02070309020205020404" pitchFamily="49" charset="0"/>
              </a:rPr>
              <a:t>aValueofTheSameType</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241510201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Return Types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912698" y="1331259"/>
            <a:ext cx="8946541" cy="4195481"/>
          </a:xfrm>
        </p:spPr>
        <p:txBody>
          <a:bodyPr>
            <a:normAutofit/>
          </a:bodyPr>
          <a:lstStyle/>
          <a:p>
            <a:pPr rtl="0">
              <a:spcBef>
                <a:spcPts val="0"/>
              </a:spcBef>
              <a:spcAft>
                <a:spcPts val="1600"/>
              </a:spcAft>
            </a:pPr>
            <a:r>
              <a:rPr lang="en-US" sz="2400" i="0" u="none" strike="noStrike">
                <a:solidFill>
                  <a:srgbClr val="FFFFFF"/>
                </a:solidFill>
                <a:effectLst/>
                <a:latin typeface="+mn-lt"/>
              </a:rPr>
              <a:t>A function's return type defines the type of value it will send back to the caller.</a:t>
            </a:r>
          </a:p>
          <a:p>
            <a:pPr lvl="1">
              <a:spcBef>
                <a:spcPts val="0"/>
              </a:spcBef>
              <a:spcAft>
                <a:spcPts val="1600"/>
              </a:spcAft>
            </a:pPr>
            <a:r>
              <a:rPr lang="en-US" sz="2200">
                <a:solidFill>
                  <a:srgbClr val="FFFFFF"/>
                </a:solidFill>
                <a:latin typeface="+mn-lt"/>
              </a:rPr>
              <a:t>Imagine you are using a calculator, and you put in a problem to solve. You would expect something back, right?</a:t>
            </a:r>
            <a:endParaRPr lang="en-US" sz="2200" i="0" u="none" strike="noStrike">
              <a:solidFill>
                <a:srgbClr val="FFFFFF"/>
              </a:solidFill>
              <a:effectLst/>
              <a:latin typeface="+mn-lt"/>
            </a:endParaRPr>
          </a:p>
          <a:p>
            <a:pPr rtl="0">
              <a:spcBef>
                <a:spcPts val="0"/>
              </a:spcBef>
              <a:spcAft>
                <a:spcPts val="1600"/>
              </a:spcAft>
            </a:pPr>
            <a:r>
              <a:rPr lang="en-US" sz="2400" i="0" u="none" strike="noStrike">
                <a:solidFill>
                  <a:srgbClr val="FFFFFF"/>
                </a:solidFill>
                <a:effectLst/>
                <a:latin typeface="+mn-lt"/>
              </a:rPr>
              <a:t>Common return types: int, double, float, string, bool, void (when no value is returned).</a:t>
            </a:r>
            <a:endParaRPr lang="en-US" sz="2400">
              <a:effectLst/>
              <a:latin typeface="+mn-lt"/>
            </a:endParaRPr>
          </a:p>
        </p:txBody>
      </p:sp>
      <p:sp>
        <p:nvSpPr>
          <p:cNvPr id="6" name="Rectangle 5">
            <a:extLst>
              <a:ext uri="{FF2B5EF4-FFF2-40B4-BE49-F238E27FC236}">
                <a16:creationId xmlns:a16="http://schemas.microsoft.com/office/drawing/2014/main" id="{FAA9F8F9-23F3-A310-72FB-FA75F1347AE1}"/>
              </a:ext>
            </a:extLst>
          </p:cNvPr>
          <p:cNvSpPr/>
          <p:nvPr/>
        </p:nvSpPr>
        <p:spPr>
          <a:xfrm>
            <a:off x="646111" y="4601183"/>
            <a:ext cx="9479717" cy="21640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srgbClr val="EA6312"/>
                </a:solidFill>
                <a:effectLst/>
                <a:uLnTx/>
                <a:uFillTx/>
                <a:latin typeface="Courier New" panose="02070309020205020404" pitchFamily="49" charset="0"/>
                <a:ea typeface="+mn-ea"/>
                <a:cs typeface="Courier New" panose="02070309020205020404" pitchFamily="49" charset="0"/>
              </a:rPr>
              <a:t>ReturnType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err="1">
                <a:ln>
                  <a:noFill/>
                </a:ln>
                <a:solidFill>
                  <a:srgbClr val="9E5E9B"/>
                </a:solidFill>
                <a:effectLst/>
                <a:uLnTx/>
                <a:uFillTx/>
                <a:latin typeface="Courier New" panose="02070309020205020404" pitchFamily="49" charset="0"/>
                <a:ea typeface="+mn-ea"/>
                <a:cs typeface="Courier New" panose="02070309020205020404" pitchFamily="49" charset="0"/>
              </a:rPr>
              <a:t>FunctionName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err="1">
                <a:ln>
                  <a:noFill/>
                </a:ln>
                <a:solidFill>
                  <a:srgbClr val="EA6312"/>
                </a:solidFill>
                <a:effectLst/>
                <a:uLnTx/>
                <a:uFillTx/>
                <a:latin typeface="Courier New" panose="02070309020205020404" pitchFamily="49" charset="0"/>
                <a:ea typeface="+mn-ea"/>
                <a:cs typeface="Courier New" panose="02070309020205020404" pitchFamily="49" charset="0"/>
              </a:rPr>
              <a:t>ParameterType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parameter</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rPr>
              <a:t>// Code to execute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6AAC90"/>
                </a:solidFill>
                <a:effectLst/>
                <a:uLnTx/>
                <a:uFillTx/>
                <a:latin typeface="Courier New" panose="02070309020205020404" pitchFamily="49" charset="0"/>
                <a:ea typeface="+mn-ea"/>
                <a:cs typeface="Courier New" panose="02070309020205020404" pitchFamily="49" charset="0"/>
              </a:rPr>
              <a:t>return </a:t>
            </a:r>
            <a:r>
              <a:rPr kumimoji="0" lang="en-US" sz="2400" b="0" i="0" u="none" strike="noStrike" kern="1200" cap="none" spc="0" normalizeH="0" baseline="0" noProof="0" err="1">
                <a:ln>
                  <a:noFill/>
                </a:ln>
                <a:solidFill>
                  <a:srgbClr val="EA6312"/>
                </a:solidFill>
                <a:effectLst/>
                <a:uLnTx/>
                <a:uFillTx/>
                <a:latin typeface="Courier New" panose="02070309020205020404" pitchFamily="49" charset="0"/>
                <a:ea typeface="+mn-ea"/>
                <a:cs typeface="Courier New" panose="02070309020205020404" pitchFamily="49" charset="0"/>
              </a:rPr>
              <a:t>aValueofTheSameType</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409185700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Return Types</a:t>
            </a:r>
          </a:p>
        </p:txBody>
      </p:sp>
      <p:sp>
        <p:nvSpPr>
          <p:cNvPr id="6" name="Rectangle 5">
            <a:extLst>
              <a:ext uri="{FF2B5EF4-FFF2-40B4-BE49-F238E27FC236}">
                <a16:creationId xmlns:a16="http://schemas.microsoft.com/office/drawing/2014/main" id="{FAA9F8F9-23F3-A310-72FB-FA75F1347AE1}"/>
              </a:ext>
            </a:extLst>
          </p:cNvPr>
          <p:cNvSpPr/>
          <p:nvPr/>
        </p:nvSpPr>
        <p:spPr>
          <a:xfrm>
            <a:off x="646111" y="1459149"/>
            <a:ext cx="9479717" cy="261674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AddNumbers</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(int a, int 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6AAC90"/>
                </a:solidFill>
                <a:effectLst/>
                <a:uLnTx/>
                <a:uFillTx/>
                <a:latin typeface="Courier New" panose="02070309020205020404" pitchFamily="49" charset="0"/>
                <a:ea typeface="+mn-ea"/>
                <a:cs typeface="Courier New" panose="02070309020205020404" pitchFamily="49" charset="0"/>
              </a:rPr>
              <a:t>return</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 + 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 </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result =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AddNumbers</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(3, 4);</a:t>
            </a:r>
          </a:p>
        </p:txBody>
      </p:sp>
      <p:sp>
        <p:nvSpPr>
          <p:cNvPr id="7" name="Rectangle 6">
            <a:extLst>
              <a:ext uri="{FF2B5EF4-FFF2-40B4-BE49-F238E27FC236}">
                <a16:creationId xmlns:a16="http://schemas.microsoft.com/office/drawing/2014/main" id="{26F6D996-9759-7EE7-9B54-EB3B8877F86A}"/>
              </a:ext>
            </a:extLst>
          </p:cNvPr>
          <p:cNvSpPr/>
          <p:nvPr/>
        </p:nvSpPr>
        <p:spPr>
          <a:xfrm>
            <a:off x="608613" y="4241260"/>
            <a:ext cx="9479717" cy="216402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void</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SayHello</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prstClr val="white"/>
                </a:solidFill>
                <a:effectLst/>
                <a:uLnTx/>
                <a:uFillTx/>
                <a:latin typeface="Courier New" panose="02070309020205020404" pitchFamily="49" charset="0"/>
                <a:ea typeface="+mn-ea"/>
                <a:cs typeface="Courier New" panose="02070309020205020404" pitchFamily="49" charset="0"/>
              </a:rPr>
              <a:t>cout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&lt;&lt; “Hello, World!";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SayHello</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DA663FA9-8110-2CB7-3400-86484F5BAA11}"/>
                  </a:ext>
                </a:extLst>
              </p14:cNvPr>
              <p14:cNvContentPartPr/>
              <p14:nvPr/>
            </p14:nvContentPartPr>
            <p14:xfrm>
              <a:off x="2512472" y="2191408"/>
              <a:ext cx="221760" cy="251640"/>
            </p14:xfrm>
          </p:contentPart>
        </mc:Choice>
        <mc:Fallback xmlns="">
          <p:pic>
            <p:nvPicPr>
              <p:cNvPr id="10" name="Ink 9">
                <a:extLst>
                  <a:ext uri="{FF2B5EF4-FFF2-40B4-BE49-F238E27FC236}">
                    <a16:creationId xmlns:a16="http://schemas.microsoft.com/office/drawing/2014/main" id="{DA663FA9-8110-2CB7-3400-86484F5BAA11}"/>
                  </a:ext>
                </a:extLst>
              </p:cNvPr>
              <p:cNvPicPr/>
              <p:nvPr/>
            </p:nvPicPr>
            <p:blipFill>
              <a:blip r:embed="rId3"/>
              <a:stretch>
                <a:fillRect/>
              </a:stretch>
            </p:blipFill>
            <p:spPr>
              <a:xfrm>
                <a:off x="2506352" y="2185288"/>
                <a:ext cx="234000" cy="263880"/>
              </a:xfrm>
              <a:prstGeom prst="rect">
                <a:avLst/>
              </a:prstGeom>
            </p:spPr>
          </p:pic>
        </mc:Fallback>
      </mc:AlternateContent>
      <p:grpSp>
        <p:nvGrpSpPr>
          <p:cNvPr id="20" name="Group 19">
            <a:extLst>
              <a:ext uri="{FF2B5EF4-FFF2-40B4-BE49-F238E27FC236}">
                <a16:creationId xmlns:a16="http://schemas.microsoft.com/office/drawing/2014/main" id="{2B3FEAF7-F2BE-E4FA-E045-63C5B17AB7F3}"/>
              </a:ext>
            </a:extLst>
          </p:cNvPr>
          <p:cNvGrpSpPr/>
          <p:nvPr/>
        </p:nvGrpSpPr>
        <p:grpSpPr>
          <a:xfrm>
            <a:off x="3419672" y="2148208"/>
            <a:ext cx="126720" cy="349200"/>
            <a:chOff x="3419672" y="2148208"/>
            <a:chExt cx="126720" cy="349200"/>
          </a:xfrm>
        </p:grpSpPr>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CFD178ED-6835-F103-8218-55C50925BD17}"/>
                    </a:ext>
                  </a:extLst>
                </p14:cNvPr>
                <p14:cNvContentPartPr/>
                <p14:nvPr/>
              </p14:nvContentPartPr>
              <p14:xfrm>
                <a:off x="3419672" y="2148208"/>
                <a:ext cx="83520" cy="139320"/>
              </p14:xfrm>
            </p:contentPart>
          </mc:Choice>
          <mc:Fallback xmlns="">
            <p:pic>
              <p:nvPicPr>
                <p:cNvPr id="15" name="Ink 14">
                  <a:extLst>
                    <a:ext uri="{FF2B5EF4-FFF2-40B4-BE49-F238E27FC236}">
                      <a16:creationId xmlns:a16="http://schemas.microsoft.com/office/drawing/2014/main" id="{CFD178ED-6835-F103-8218-55C50925BD17}"/>
                    </a:ext>
                  </a:extLst>
                </p:cNvPr>
                <p:cNvPicPr/>
                <p:nvPr/>
              </p:nvPicPr>
              <p:blipFill>
                <a:blip r:embed="rId5"/>
                <a:stretch>
                  <a:fillRect/>
                </a:stretch>
              </p:blipFill>
              <p:spPr>
                <a:xfrm>
                  <a:off x="3413552" y="2142088"/>
                  <a:ext cx="95760" cy="151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984ECAA3-FA4E-D5FD-C2E5-3DA68530C84D}"/>
                    </a:ext>
                  </a:extLst>
                </p14:cNvPr>
                <p14:cNvContentPartPr/>
                <p14:nvPr/>
              </p14:nvContentPartPr>
              <p14:xfrm>
                <a:off x="3530552" y="2148208"/>
                <a:ext cx="15840" cy="349200"/>
              </p14:xfrm>
            </p:contentPart>
          </mc:Choice>
          <mc:Fallback xmlns="">
            <p:pic>
              <p:nvPicPr>
                <p:cNvPr id="16" name="Ink 15">
                  <a:extLst>
                    <a:ext uri="{FF2B5EF4-FFF2-40B4-BE49-F238E27FC236}">
                      <a16:creationId xmlns:a16="http://schemas.microsoft.com/office/drawing/2014/main" id="{984ECAA3-FA4E-D5FD-C2E5-3DA68530C84D}"/>
                    </a:ext>
                  </a:extLst>
                </p:cNvPr>
                <p:cNvPicPr/>
                <p:nvPr/>
              </p:nvPicPr>
              <p:blipFill>
                <a:blip r:embed="rId7"/>
                <a:stretch>
                  <a:fillRect/>
                </a:stretch>
              </p:blipFill>
              <p:spPr>
                <a:xfrm>
                  <a:off x="3524432" y="2142088"/>
                  <a:ext cx="28080" cy="361440"/>
                </a:xfrm>
                <a:prstGeom prst="rect">
                  <a:avLst/>
                </a:prstGeom>
              </p:spPr>
            </p:pic>
          </mc:Fallback>
        </mc:AlternateContent>
      </p:grpSp>
      <p:grpSp>
        <p:nvGrpSpPr>
          <p:cNvPr id="24" name="Group 23">
            <a:extLst>
              <a:ext uri="{FF2B5EF4-FFF2-40B4-BE49-F238E27FC236}">
                <a16:creationId xmlns:a16="http://schemas.microsoft.com/office/drawing/2014/main" id="{96ED1E22-8AA7-17F3-1804-306891A8EDD5}"/>
              </a:ext>
            </a:extLst>
          </p:cNvPr>
          <p:cNvGrpSpPr/>
          <p:nvPr/>
        </p:nvGrpSpPr>
        <p:grpSpPr>
          <a:xfrm>
            <a:off x="1077872" y="2044168"/>
            <a:ext cx="431640" cy="662040"/>
            <a:chOff x="1077872" y="2044168"/>
            <a:chExt cx="431640" cy="662040"/>
          </a:xfrm>
        </p:grpSpPr>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CA075DCD-391F-10DD-90A0-A2DECC38621D}"/>
                    </a:ext>
                  </a:extLst>
                </p14:cNvPr>
                <p14:cNvContentPartPr/>
                <p14:nvPr/>
              </p14:nvContentPartPr>
              <p14:xfrm>
                <a:off x="1086152" y="2058928"/>
                <a:ext cx="423360" cy="647280"/>
              </p14:xfrm>
            </p:contentPart>
          </mc:Choice>
          <mc:Fallback xmlns="">
            <p:pic>
              <p:nvPicPr>
                <p:cNvPr id="21" name="Ink 20">
                  <a:extLst>
                    <a:ext uri="{FF2B5EF4-FFF2-40B4-BE49-F238E27FC236}">
                      <a16:creationId xmlns:a16="http://schemas.microsoft.com/office/drawing/2014/main" id="{CA075DCD-391F-10DD-90A0-A2DECC38621D}"/>
                    </a:ext>
                  </a:extLst>
                </p:cNvPr>
                <p:cNvPicPr/>
                <p:nvPr/>
              </p:nvPicPr>
              <p:blipFill>
                <a:blip r:embed="rId9"/>
                <a:stretch>
                  <a:fillRect/>
                </a:stretch>
              </p:blipFill>
              <p:spPr>
                <a:xfrm>
                  <a:off x="1080032" y="2052808"/>
                  <a:ext cx="435600" cy="659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52073DC2-94BF-8394-8EA9-20D62AB57377}"/>
                    </a:ext>
                  </a:extLst>
                </p14:cNvPr>
                <p14:cNvContentPartPr/>
                <p14:nvPr/>
              </p14:nvContentPartPr>
              <p14:xfrm>
                <a:off x="1085072" y="2051728"/>
                <a:ext cx="30600" cy="192600"/>
              </p14:xfrm>
            </p:contentPart>
          </mc:Choice>
          <mc:Fallback xmlns="">
            <p:pic>
              <p:nvPicPr>
                <p:cNvPr id="22" name="Ink 21">
                  <a:extLst>
                    <a:ext uri="{FF2B5EF4-FFF2-40B4-BE49-F238E27FC236}">
                      <a16:creationId xmlns:a16="http://schemas.microsoft.com/office/drawing/2014/main" id="{52073DC2-94BF-8394-8EA9-20D62AB57377}"/>
                    </a:ext>
                  </a:extLst>
                </p:cNvPr>
                <p:cNvPicPr/>
                <p:nvPr/>
              </p:nvPicPr>
              <p:blipFill>
                <a:blip r:embed="rId11"/>
                <a:stretch>
                  <a:fillRect/>
                </a:stretch>
              </p:blipFill>
              <p:spPr>
                <a:xfrm>
                  <a:off x="1078952" y="2045608"/>
                  <a:ext cx="428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B8B27E2A-46BD-AE40-F803-EE7A8A2AC072}"/>
                    </a:ext>
                  </a:extLst>
                </p14:cNvPr>
                <p14:cNvContentPartPr/>
                <p14:nvPr/>
              </p14:nvContentPartPr>
              <p14:xfrm>
                <a:off x="1077872" y="2044168"/>
                <a:ext cx="148320" cy="30240"/>
              </p14:xfrm>
            </p:contentPart>
          </mc:Choice>
          <mc:Fallback xmlns="">
            <p:pic>
              <p:nvPicPr>
                <p:cNvPr id="23" name="Ink 22">
                  <a:extLst>
                    <a:ext uri="{FF2B5EF4-FFF2-40B4-BE49-F238E27FC236}">
                      <a16:creationId xmlns:a16="http://schemas.microsoft.com/office/drawing/2014/main" id="{B8B27E2A-46BD-AE40-F803-EE7A8A2AC072}"/>
                    </a:ext>
                  </a:extLst>
                </p:cNvPr>
                <p:cNvPicPr/>
                <p:nvPr/>
              </p:nvPicPr>
              <p:blipFill>
                <a:blip r:embed="rId13"/>
                <a:stretch>
                  <a:fillRect/>
                </a:stretch>
              </p:blipFill>
              <p:spPr>
                <a:xfrm>
                  <a:off x="1071752" y="2038048"/>
                  <a:ext cx="160560" cy="4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879F013C-5C57-62A0-949B-A85F408256BB}"/>
                  </a:ext>
                </a:extLst>
              </p14:cNvPr>
              <p14:cNvContentPartPr/>
              <p14:nvPr/>
            </p14:nvContentPartPr>
            <p14:xfrm>
              <a:off x="3062552" y="3702688"/>
              <a:ext cx="3108960" cy="254160"/>
            </p14:xfrm>
          </p:contentPart>
        </mc:Choice>
        <mc:Fallback xmlns="">
          <p:pic>
            <p:nvPicPr>
              <p:cNvPr id="25" name="Ink 24">
                <a:extLst>
                  <a:ext uri="{FF2B5EF4-FFF2-40B4-BE49-F238E27FC236}">
                    <a16:creationId xmlns:a16="http://schemas.microsoft.com/office/drawing/2014/main" id="{879F013C-5C57-62A0-949B-A85F408256BB}"/>
                  </a:ext>
                </a:extLst>
              </p:cNvPr>
              <p:cNvPicPr/>
              <p:nvPr/>
            </p:nvPicPr>
            <p:blipFill>
              <a:blip r:embed="rId15"/>
              <a:stretch>
                <a:fillRect/>
              </a:stretch>
            </p:blipFill>
            <p:spPr>
              <a:xfrm>
                <a:off x="3056432" y="3696568"/>
                <a:ext cx="3121200" cy="266400"/>
              </a:xfrm>
              <a:prstGeom prst="rect">
                <a:avLst/>
              </a:prstGeom>
            </p:spPr>
          </p:pic>
        </mc:Fallback>
      </mc:AlternateContent>
      <p:grpSp>
        <p:nvGrpSpPr>
          <p:cNvPr id="28" name="Group 27">
            <a:extLst>
              <a:ext uri="{FF2B5EF4-FFF2-40B4-BE49-F238E27FC236}">
                <a16:creationId xmlns:a16="http://schemas.microsoft.com/office/drawing/2014/main" id="{AE302032-F3CF-A61C-D34C-FAC3416E4F9F}"/>
              </a:ext>
            </a:extLst>
          </p:cNvPr>
          <p:cNvGrpSpPr/>
          <p:nvPr/>
        </p:nvGrpSpPr>
        <p:grpSpPr>
          <a:xfrm>
            <a:off x="2276312" y="3136408"/>
            <a:ext cx="1715760" cy="417240"/>
            <a:chOff x="2276312" y="3136408"/>
            <a:chExt cx="1715760" cy="417240"/>
          </a:xfrm>
        </p:grpSpPr>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1D44F1C7-BD3A-C623-6102-FCC9AD4571F2}"/>
                    </a:ext>
                  </a:extLst>
                </p14:cNvPr>
                <p14:cNvContentPartPr/>
                <p14:nvPr/>
              </p14:nvContentPartPr>
              <p14:xfrm>
                <a:off x="2347232" y="3136408"/>
                <a:ext cx="1644840" cy="417240"/>
              </p14:xfrm>
            </p:contentPart>
          </mc:Choice>
          <mc:Fallback xmlns="">
            <p:pic>
              <p:nvPicPr>
                <p:cNvPr id="26" name="Ink 25">
                  <a:extLst>
                    <a:ext uri="{FF2B5EF4-FFF2-40B4-BE49-F238E27FC236}">
                      <a16:creationId xmlns:a16="http://schemas.microsoft.com/office/drawing/2014/main" id="{1D44F1C7-BD3A-C623-6102-FCC9AD4571F2}"/>
                    </a:ext>
                  </a:extLst>
                </p:cNvPr>
                <p:cNvPicPr/>
                <p:nvPr/>
              </p:nvPicPr>
              <p:blipFill>
                <a:blip r:embed="rId17"/>
                <a:stretch>
                  <a:fillRect/>
                </a:stretch>
              </p:blipFill>
              <p:spPr>
                <a:xfrm>
                  <a:off x="2341112" y="3130288"/>
                  <a:ext cx="16570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0A9E77BF-C94C-6588-BC39-515123F35889}"/>
                    </a:ext>
                  </a:extLst>
                </p14:cNvPr>
                <p14:cNvContentPartPr/>
                <p14:nvPr/>
              </p14:nvContentPartPr>
              <p14:xfrm>
                <a:off x="2276312" y="3375088"/>
                <a:ext cx="213120" cy="151920"/>
              </p14:xfrm>
            </p:contentPart>
          </mc:Choice>
          <mc:Fallback xmlns="">
            <p:pic>
              <p:nvPicPr>
                <p:cNvPr id="27" name="Ink 26">
                  <a:extLst>
                    <a:ext uri="{FF2B5EF4-FFF2-40B4-BE49-F238E27FC236}">
                      <a16:creationId xmlns:a16="http://schemas.microsoft.com/office/drawing/2014/main" id="{0A9E77BF-C94C-6588-BC39-515123F35889}"/>
                    </a:ext>
                  </a:extLst>
                </p:cNvPr>
                <p:cNvPicPr/>
                <p:nvPr/>
              </p:nvPicPr>
              <p:blipFill>
                <a:blip r:embed="rId19"/>
                <a:stretch>
                  <a:fillRect/>
                </a:stretch>
              </p:blipFill>
              <p:spPr>
                <a:xfrm>
                  <a:off x="2270192" y="3368968"/>
                  <a:ext cx="225360" cy="164160"/>
                </a:xfrm>
                <a:prstGeom prst="rect">
                  <a:avLst/>
                </a:prstGeom>
              </p:spPr>
            </p:pic>
          </mc:Fallback>
        </mc:AlternateContent>
      </p:grpSp>
      <p:grpSp>
        <p:nvGrpSpPr>
          <p:cNvPr id="31" name="Group 30">
            <a:extLst>
              <a:ext uri="{FF2B5EF4-FFF2-40B4-BE49-F238E27FC236}">
                <a16:creationId xmlns:a16="http://schemas.microsoft.com/office/drawing/2014/main" id="{66DBC118-3A3A-A509-422A-0F779304D027}"/>
              </a:ext>
            </a:extLst>
          </p:cNvPr>
          <p:cNvGrpSpPr/>
          <p:nvPr/>
        </p:nvGrpSpPr>
        <p:grpSpPr>
          <a:xfrm>
            <a:off x="4227152" y="3092128"/>
            <a:ext cx="214920" cy="304560"/>
            <a:chOff x="4227152" y="3092128"/>
            <a:chExt cx="214920" cy="304560"/>
          </a:xfrm>
        </p:grpSpPr>
        <mc:AlternateContent xmlns:mc="http://schemas.openxmlformats.org/markup-compatibility/2006" xmlns:p14="http://schemas.microsoft.com/office/powerpoint/2010/main">
          <mc:Choice Requires="p14">
            <p:contentPart p14:bwMode="auto" r:id="rId20">
              <p14:nvContentPartPr>
                <p14:cNvPr id="29" name="Ink 28">
                  <a:extLst>
                    <a:ext uri="{FF2B5EF4-FFF2-40B4-BE49-F238E27FC236}">
                      <a16:creationId xmlns:a16="http://schemas.microsoft.com/office/drawing/2014/main" id="{D9B451C8-0A9C-D034-A39C-EA4C89943D53}"/>
                    </a:ext>
                  </a:extLst>
                </p14:cNvPr>
                <p14:cNvContentPartPr/>
                <p14:nvPr/>
              </p14:nvContentPartPr>
              <p14:xfrm>
                <a:off x="4227152" y="3092128"/>
                <a:ext cx="138960" cy="304560"/>
              </p14:xfrm>
            </p:contentPart>
          </mc:Choice>
          <mc:Fallback xmlns="">
            <p:pic>
              <p:nvPicPr>
                <p:cNvPr id="29" name="Ink 28">
                  <a:extLst>
                    <a:ext uri="{FF2B5EF4-FFF2-40B4-BE49-F238E27FC236}">
                      <a16:creationId xmlns:a16="http://schemas.microsoft.com/office/drawing/2014/main" id="{D9B451C8-0A9C-D034-A39C-EA4C89943D53}"/>
                    </a:ext>
                  </a:extLst>
                </p:cNvPr>
                <p:cNvPicPr/>
                <p:nvPr/>
              </p:nvPicPr>
              <p:blipFill>
                <a:blip r:embed="rId21"/>
                <a:stretch>
                  <a:fillRect/>
                </a:stretch>
              </p:blipFill>
              <p:spPr>
                <a:xfrm>
                  <a:off x="4221032" y="3086008"/>
                  <a:ext cx="1512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0" name="Ink 29">
                  <a:extLst>
                    <a:ext uri="{FF2B5EF4-FFF2-40B4-BE49-F238E27FC236}">
                      <a16:creationId xmlns:a16="http://schemas.microsoft.com/office/drawing/2014/main" id="{E54E207B-D624-CF7F-51F8-3A2020BE979E}"/>
                    </a:ext>
                  </a:extLst>
                </p14:cNvPr>
                <p14:cNvContentPartPr/>
                <p14:nvPr/>
              </p14:nvContentPartPr>
              <p14:xfrm>
                <a:off x="4281872" y="3267808"/>
                <a:ext cx="160200" cy="40320"/>
              </p14:xfrm>
            </p:contentPart>
          </mc:Choice>
          <mc:Fallback xmlns="">
            <p:pic>
              <p:nvPicPr>
                <p:cNvPr id="30" name="Ink 29">
                  <a:extLst>
                    <a:ext uri="{FF2B5EF4-FFF2-40B4-BE49-F238E27FC236}">
                      <a16:creationId xmlns:a16="http://schemas.microsoft.com/office/drawing/2014/main" id="{E54E207B-D624-CF7F-51F8-3A2020BE979E}"/>
                    </a:ext>
                  </a:extLst>
                </p:cNvPr>
                <p:cNvPicPr/>
                <p:nvPr/>
              </p:nvPicPr>
              <p:blipFill>
                <a:blip r:embed="rId23"/>
                <a:stretch>
                  <a:fillRect/>
                </a:stretch>
              </p:blipFill>
              <p:spPr>
                <a:xfrm>
                  <a:off x="4275752" y="3261688"/>
                  <a:ext cx="172440" cy="52560"/>
                </a:xfrm>
                <a:prstGeom prst="rect">
                  <a:avLst/>
                </a:prstGeom>
              </p:spPr>
            </p:pic>
          </mc:Fallback>
        </mc:AlternateContent>
      </p:grpSp>
    </p:spTree>
    <p:extLst>
      <p:ext uri="{BB962C8B-B14F-4D97-AF65-F5344CB8AC3E}">
        <p14:creationId xmlns:p14="http://schemas.microsoft.com/office/powerpoint/2010/main" val="385633812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Parameters</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912698" y="1331259"/>
            <a:ext cx="8946541" cy="4195481"/>
          </a:xfrm>
        </p:spPr>
        <p:txBody>
          <a:bodyPr>
            <a:normAutofit/>
          </a:bodyPr>
          <a:lstStyle/>
          <a:p>
            <a:pPr rtl="0">
              <a:spcBef>
                <a:spcPts val="0"/>
              </a:spcBef>
              <a:spcAft>
                <a:spcPts val="1600"/>
              </a:spcAft>
            </a:pPr>
            <a:r>
              <a:rPr lang="en-US" sz="2400" i="0" u="none" strike="noStrike">
                <a:solidFill>
                  <a:srgbClr val="FFFFFF"/>
                </a:solidFill>
                <a:effectLst/>
                <a:latin typeface="+mn-lt"/>
              </a:rPr>
              <a:t>Parameters are variables passed into a function to provide input, separated by commas</a:t>
            </a:r>
          </a:p>
          <a:p>
            <a:pPr rtl="0">
              <a:spcBef>
                <a:spcPts val="0"/>
              </a:spcBef>
              <a:spcAft>
                <a:spcPts val="1600"/>
              </a:spcAft>
            </a:pPr>
            <a:r>
              <a:rPr lang="en-US" sz="2400" i="0" u="none" strike="noStrike">
                <a:solidFill>
                  <a:srgbClr val="FFFFFF"/>
                </a:solidFill>
                <a:effectLst/>
                <a:latin typeface="+mn-lt"/>
              </a:rPr>
              <a:t>Parameters allow functions to be flexible and work with different data.</a:t>
            </a:r>
            <a:endParaRPr lang="en-US" sz="2400">
              <a:effectLst/>
              <a:latin typeface="+mn-lt"/>
            </a:endParaRPr>
          </a:p>
        </p:txBody>
      </p:sp>
      <p:sp>
        <p:nvSpPr>
          <p:cNvPr id="6" name="Rectangle 5">
            <a:extLst>
              <a:ext uri="{FF2B5EF4-FFF2-40B4-BE49-F238E27FC236}">
                <a16:creationId xmlns:a16="http://schemas.microsoft.com/office/drawing/2014/main" id="{FAA9F8F9-23F3-A310-72FB-FA75F1347AE1}"/>
              </a:ext>
            </a:extLst>
          </p:cNvPr>
          <p:cNvSpPr/>
          <p:nvPr/>
        </p:nvSpPr>
        <p:spPr>
          <a:xfrm>
            <a:off x="646111" y="3429000"/>
            <a:ext cx="11202178" cy="333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EA6312"/>
                </a:solidFill>
                <a:effectLst/>
                <a:uLnTx/>
                <a:uFillTx/>
                <a:latin typeface="Courier New" panose="02070309020205020404" pitchFamily="49" charset="0"/>
                <a:ea typeface="+mn-ea"/>
                <a:cs typeface="Courier New" panose="02070309020205020404" pitchFamily="49" charset="0"/>
              </a:rPr>
              <a:t>ReturnType</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FunctionName</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type1</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parameter1, type2</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parameter2</a:t>
            </a: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rPr>
              <a:t>// Code to execute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6AAC90"/>
                </a:solidFill>
                <a:effectLst/>
                <a:uLnTx/>
                <a:uFillTx/>
                <a:latin typeface="Courier New" panose="02070309020205020404" pitchFamily="49" charset="0"/>
                <a:ea typeface="+mn-ea"/>
                <a:cs typeface="Courier New" panose="02070309020205020404" pitchFamily="49" charset="0"/>
              </a:rPr>
              <a:t>return </a:t>
            </a:r>
            <a:r>
              <a:rPr kumimoji="0" lang="en-US" sz="2400" b="0" i="0" u="none" strike="noStrike" kern="1200" cap="none" spc="0" normalizeH="0" baseline="0" noProof="0" dirty="0" err="1">
                <a:ln>
                  <a:noFill/>
                </a:ln>
                <a:solidFill>
                  <a:srgbClr val="EA6312"/>
                </a:solidFill>
                <a:effectLst/>
                <a:uLnTx/>
                <a:uFillTx/>
                <a:latin typeface="Courier New" panose="02070309020205020404" pitchFamily="49" charset="0"/>
                <a:ea typeface="+mn-ea"/>
                <a:cs typeface="Courier New" panose="02070309020205020404" pitchFamily="49" charset="0"/>
              </a:rPr>
              <a:t>aValueofTheSameType</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4849A"/>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spTree>
    <p:extLst>
      <p:ext uri="{BB962C8B-B14F-4D97-AF65-F5344CB8AC3E}">
        <p14:creationId xmlns:p14="http://schemas.microsoft.com/office/powerpoint/2010/main" val="386024376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Parameters</a:t>
            </a:r>
          </a:p>
        </p:txBody>
      </p:sp>
      <p:sp>
        <p:nvSpPr>
          <p:cNvPr id="6" name="Rectangle 5">
            <a:extLst>
              <a:ext uri="{FF2B5EF4-FFF2-40B4-BE49-F238E27FC236}">
                <a16:creationId xmlns:a16="http://schemas.microsoft.com/office/drawing/2014/main" id="{FAA9F8F9-23F3-A310-72FB-FA75F1347AE1}"/>
              </a:ext>
            </a:extLst>
          </p:cNvPr>
          <p:cNvSpPr/>
          <p:nvPr/>
        </p:nvSpPr>
        <p:spPr>
          <a:xfrm>
            <a:off x="646111" y="1381328"/>
            <a:ext cx="11202178" cy="538387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void</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PrintFullName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string</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B01513"/>
                </a:solidFill>
                <a:effectLst/>
                <a:uLnTx/>
                <a:uFillTx/>
                <a:latin typeface="Courier New" panose="02070309020205020404" pitchFamily="49" charset="0"/>
                <a:ea typeface="+mn-ea"/>
                <a:cs typeface="Courier New" panose="02070309020205020404" pitchFamily="49" charset="0"/>
              </a:rPr>
              <a:t>firstName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string</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srgbClr val="00B0F0"/>
                </a:solidFill>
                <a:effectLst/>
                <a:uLnTx/>
                <a:uFillTx/>
                <a:latin typeface="Courier New" panose="02070309020205020404" pitchFamily="49" charset="0"/>
                <a:ea typeface="+mn-ea"/>
                <a:cs typeface="Courier New" panose="02070309020205020404" pitchFamily="49" charset="0"/>
              </a:rPr>
              <a:t>lastName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err="1">
                <a:ln>
                  <a:noFill/>
                </a:ln>
                <a:solidFill>
                  <a:prstClr val="white"/>
                </a:solidFill>
                <a:effectLst/>
                <a:uLnTx/>
                <a:uFillTx/>
                <a:latin typeface="Courier New" panose="02070309020205020404" pitchFamily="49" charset="0"/>
                <a:ea typeface="+mn-ea"/>
                <a:cs typeface="Courier New" panose="02070309020205020404" pitchFamily="49" charset="0"/>
              </a:rPr>
              <a:t>cout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&lt;&lt; “Full Name: “ + </a:t>
            </a:r>
            <a:r>
              <a:rPr kumimoji="0" lang="en-US" sz="2400" b="0" i="0" u="none" strike="noStrike" kern="1200" cap="none" spc="0" normalizeH="0" baseline="0" noProof="0" dirty="0" err="1">
                <a:ln>
                  <a:noFill/>
                </a:ln>
                <a:solidFill>
                  <a:srgbClr val="B01513"/>
                </a:solidFill>
                <a:effectLst/>
                <a:uLnTx/>
                <a:uFillTx/>
                <a:latin typeface="Courier New" panose="02070309020205020404" pitchFamily="49" charset="0"/>
                <a:ea typeface="+mn-ea"/>
                <a:cs typeface="Courier New" panose="02070309020205020404" pitchFamily="49" charset="0"/>
              </a:rPr>
              <a:t>firstName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 </a:t>
            </a:r>
            <a:r>
              <a:rPr kumimoji="0" lang="en-US" sz="2400" b="0" i="0" u="none" strike="noStrike" kern="1200" cap="none" spc="0" normalizeH="0" baseline="0" noProof="0" dirty="0" err="1">
                <a:ln>
                  <a:noFill/>
                </a:ln>
                <a:solidFill>
                  <a:srgbClr val="00B0F0"/>
                </a:solidFill>
                <a:effectLst/>
                <a:uLnTx/>
                <a:uFillTx/>
                <a:latin typeface="Courier New" panose="02070309020205020404" pitchFamily="49" charset="0"/>
                <a:ea typeface="+mn-ea"/>
                <a:cs typeface="Courier New" panose="02070309020205020404" pitchFamily="49" charset="0"/>
              </a:rPr>
              <a:t>lastName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srgbClr val="9E5E9B"/>
                </a:solidFill>
                <a:effectLst/>
                <a:uLnTx/>
                <a:uFillTx/>
                <a:latin typeface="Courier New" panose="02070309020205020404" pitchFamily="49" charset="0"/>
                <a:ea typeface="+mn-ea"/>
                <a:cs typeface="Courier New" panose="02070309020205020404" pitchFamily="49" charset="0"/>
              </a:rPr>
              <a:t>PrintFullName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a:ln>
                  <a:noFill/>
                </a:ln>
                <a:solidFill>
                  <a:srgbClr val="B01513"/>
                </a:solidFill>
                <a:effectLst/>
                <a:uLnTx/>
                <a:uFillTx/>
                <a:latin typeface="Courier New" panose="02070309020205020404" pitchFamily="49" charset="0"/>
                <a:ea typeface="+mn-ea"/>
                <a:cs typeface="Courier New" panose="02070309020205020404" pitchFamily="49" charset="0"/>
              </a:rPr>
              <a:t>”John”</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00B0F0"/>
                </a:solidFill>
                <a:effectLst/>
                <a:uLnTx/>
                <a:uFillTx/>
                <a:latin typeface="Courier New" panose="02070309020205020404" pitchFamily="49" charset="0"/>
                <a:ea typeface="+mn-ea"/>
                <a:cs typeface="Courier New" panose="02070309020205020404" pitchFamily="49" charset="0"/>
              </a:rPr>
              <a:t>“Doe”</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p:txBody>
      </p:sp>
      <p:grpSp>
        <p:nvGrpSpPr>
          <p:cNvPr id="10" name="Group 9">
            <a:extLst>
              <a:ext uri="{FF2B5EF4-FFF2-40B4-BE49-F238E27FC236}">
                <a16:creationId xmlns:a16="http://schemas.microsoft.com/office/drawing/2014/main" id="{411C68FA-DA83-7E0E-ACDC-32B9CBA650FD}"/>
              </a:ext>
            </a:extLst>
          </p:cNvPr>
          <p:cNvGrpSpPr/>
          <p:nvPr/>
        </p:nvGrpSpPr>
        <p:grpSpPr>
          <a:xfrm>
            <a:off x="862232" y="2527288"/>
            <a:ext cx="261000" cy="438480"/>
            <a:chOff x="862232" y="2527288"/>
            <a:chExt cx="261000" cy="43848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8D64D6-2643-1AAB-F675-F038135C7C3A}"/>
                    </a:ext>
                  </a:extLst>
                </p14:cNvPr>
                <p14:cNvContentPartPr/>
                <p14:nvPr/>
              </p14:nvContentPartPr>
              <p14:xfrm>
                <a:off x="862232" y="2527288"/>
                <a:ext cx="214200" cy="430920"/>
              </p14:xfrm>
            </p:contentPart>
          </mc:Choice>
          <mc:Fallback xmlns="">
            <p:pic>
              <p:nvPicPr>
                <p:cNvPr id="3" name="Ink 2">
                  <a:extLst>
                    <a:ext uri="{FF2B5EF4-FFF2-40B4-BE49-F238E27FC236}">
                      <a16:creationId xmlns:a16="http://schemas.microsoft.com/office/drawing/2014/main" id="{678D64D6-2643-1AAB-F675-F038135C7C3A}"/>
                    </a:ext>
                  </a:extLst>
                </p:cNvPr>
                <p:cNvPicPr/>
                <p:nvPr/>
              </p:nvPicPr>
              <p:blipFill>
                <a:blip r:embed="rId3"/>
                <a:stretch>
                  <a:fillRect/>
                </a:stretch>
              </p:blipFill>
              <p:spPr>
                <a:xfrm>
                  <a:off x="856112" y="2521168"/>
                  <a:ext cx="22644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5313F8D-7404-EA79-AED3-20B39D566B96}"/>
                    </a:ext>
                  </a:extLst>
                </p14:cNvPr>
                <p14:cNvContentPartPr/>
                <p14:nvPr/>
              </p14:nvContentPartPr>
              <p14:xfrm>
                <a:off x="929192" y="2669488"/>
                <a:ext cx="194040" cy="296280"/>
              </p14:xfrm>
            </p:contentPart>
          </mc:Choice>
          <mc:Fallback xmlns="">
            <p:pic>
              <p:nvPicPr>
                <p:cNvPr id="4" name="Ink 3">
                  <a:extLst>
                    <a:ext uri="{FF2B5EF4-FFF2-40B4-BE49-F238E27FC236}">
                      <a16:creationId xmlns:a16="http://schemas.microsoft.com/office/drawing/2014/main" id="{A5313F8D-7404-EA79-AED3-20B39D566B96}"/>
                    </a:ext>
                  </a:extLst>
                </p:cNvPr>
                <p:cNvPicPr/>
                <p:nvPr/>
              </p:nvPicPr>
              <p:blipFill>
                <a:blip r:embed="rId5"/>
                <a:stretch>
                  <a:fillRect/>
                </a:stretch>
              </p:blipFill>
              <p:spPr>
                <a:xfrm>
                  <a:off x="923072" y="2663368"/>
                  <a:ext cx="206280" cy="308520"/>
                </a:xfrm>
                <a:prstGeom prst="rect">
                  <a:avLst/>
                </a:prstGeom>
              </p:spPr>
            </p:pic>
          </mc:Fallback>
        </mc:AlternateContent>
      </p:grpSp>
      <p:grpSp>
        <p:nvGrpSpPr>
          <p:cNvPr id="18" name="Group 17">
            <a:extLst>
              <a:ext uri="{FF2B5EF4-FFF2-40B4-BE49-F238E27FC236}">
                <a16:creationId xmlns:a16="http://schemas.microsoft.com/office/drawing/2014/main" id="{9E346959-4E4F-6189-47D4-C641FA3DB3FE}"/>
              </a:ext>
            </a:extLst>
          </p:cNvPr>
          <p:cNvGrpSpPr/>
          <p:nvPr/>
        </p:nvGrpSpPr>
        <p:grpSpPr>
          <a:xfrm>
            <a:off x="1360472" y="4087888"/>
            <a:ext cx="7745760" cy="75960"/>
            <a:chOff x="1360472" y="4087888"/>
            <a:chExt cx="7745760" cy="75960"/>
          </a:xfrm>
        </p:grpSpPr>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ACDFCD2A-D143-CFC4-B99A-70CB9545A4F8}"/>
                    </a:ext>
                  </a:extLst>
                </p14:cNvPr>
                <p14:cNvContentPartPr/>
                <p14:nvPr/>
              </p14:nvContentPartPr>
              <p14:xfrm>
                <a:off x="1360472" y="4132888"/>
                <a:ext cx="735480" cy="16200"/>
              </p14:xfrm>
            </p:contentPart>
          </mc:Choice>
          <mc:Fallback xmlns="">
            <p:pic>
              <p:nvPicPr>
                <p:cNvPr id="14" name="Ink 13">
                  <a:extLst>
                    <a:ext uri="{FF2B5EF4-FFF2-40B4-BE49-F238E27FC236}">
                      <a16:creationId xmlns:a16="http://schemas.microsoft.com/office/drawing/2014/main" id="{ACDFCD2A-D143-CFC4-B99A-70CB9545A4F8}"/>
                    </a:ext>
                  </a:extLst>
                </p:cNvPr>
                <p:cNvPicPr/>
                <p:nvPr/>
              </p:nvPicPr>
              <p:blipFill>
                <a:blip r:embed="rId7"/>
                <a:stretch>
                  <a:fillRect/>
                </a:stretch>
              </p:blipFill>
              <p:spPr>
                <a:xfrm>
                  <a:off x="1354352" y="4126768"/>
                  <a:ext cx="7477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A287CDF6-C41E-EE2D-8DC1-58C2E4EEB1AB}"/>
                    </a:ext>
                  </a:extLst>
                </p14:cNvPr>
                <p14:cNvContentPartPr/>
                <p14:nvPr/>
              </p14:nvContentPartPr>
              <p14:xfrm>
                <a:off x="2847272" y="4147288"/>
                <a:ext cx="1664640" cy="8640"/>
              </p14:xfrm>
            </p:contentPart>
          </mc:Choice>
          <mc:Fallback xmlns="">
            <p:pic>
              <p:nvPicPr>
                <p:cNvPr id="15" name="Ink 14">
                  <a:extLst>
                    <a:ext uri="{FF2B5EF4-FFF2-40B4-BE49-F238E27FC236}">
                      <a16:creationId xmlns:a16="http://schemas.microsoft.com/office/drawing/2014/main" id="{A287CDF6-C41E-EE2D-8DC1-58C2E4EEB1AB}"/>
                    </a:ext>
                  </a:extLst>
                </p:cNvPr>
                <p:cNvPicPr/>
                <p:nvPr/>
              </p:nvPicPr>
              <p:blipFill>
                <a:blip r:embed="rId9"/>
                <a:stretch>
                  <a:fillRect/>
                </a:stretch>
              </p:blipFill>
              <p:spPr>
                <a:xfrm>
                  <a:off x="2841152" y="4141168"/>
                  <a:ext cx="167688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60C9ECAC-6EFF-C2D1-4B43-03708F480884}"/>
                    </a:ext>
                  </a:extLst>
                </p14:cNvPr>
                <p14:cNvContentPartPr/>
                <p14:nvPr/>
              </p14:nvContentPartPr>
              <p14:xfrm>
                <a:off x="5657072" y="4087888"/>
                <a:ext cx="1478880" cy="53280"/>
              </p14:xfrm>
            </p:contentPart>
          </mc:Choice>
          <mc:Fallback xmlns="">
            <p:pic>
              <p:nvPicPr>
                <p:cNvPr id="16" name="Ink 15">
                  <a:extLst>
                    <a:ext uri="{FF2B5EF4-FFF2-40B4-BE49-F238E27FC236}">
                      <a16:creationId xmlns:a16="http://schemas.microsoft.com/office/drawing/2014/main" id="{60C9ECAC-6EFF-C2D1-4B43-03708F480884}"/>
                    </a:ext>
                  </a:extLst>
                </p:cNvPr>
                <p:cNvPicPr/>
                <p:nvPr/>
              </p:nvPicPr>
              <p:blipFill>
                <a:blip r:embed="rId11"/>
                <a:stretch>
                  <a:fillRect/>
                </a:stretch>
              </p:blipFill>
              <p:spPr>
                <a:xfrm>
                  <a:off x="5650952" y="4081768"/>
                  <a:ext cx="14911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C6E58FCA-A223-3E9E-1CA2-B802C8E1A66C}"/>
                    </a:ext>
                  </a:extLst>
                </p14:cNvPr>
                <p14:cNvContentPartPr/>
                <p14:nvPr/>
              </p14:nvContentPartPr>
              <p14:xfrm>
                <a:off x="7865312" y="4124968"/>
                <a:ext cx="1240920" cy="38880"/>
              </p14:xfrm>
            </p:contentPart>
          </mc:Choice>
          <mc:Fallback xmlns="">
            <p:pic>
              <p:nvPicPr>
                <p:cNvPr id="17" name="Ink 16">
                  <a:extLst>
                    <a:ext uri="{FF2B5EF4-FFF2-40B4-BE49-F238E27FC236}">
                      <a16:creationId xmlns:a16="http://schemas.microsoft.com/office/drawing/2014/main" id="{C6E58FCA-A223-3E9E-1CA2-B802C8E1A66C}"/>
                    </a:ext>
                  </a:extLst>
                </p:cNvPr>
                <p:cNvPicPr/>
                <p:nvPr/>
              </p:nvPicPr>
              <p:blipFill>
                <a:blip r:embed="rId13"/>
                <a:stretch>
                  <a:fillRect/>
                </a:stretch>
              </p:blipFill>
              <p:spPr>
                <a:xfrm>
                  <a:off x="7859192" y="4118848"/>
                  <a:ext cx="1253160" cy="51120"/>
                </a:xfrm>
                <a:prstGeom prst="rect">
                  <a:avLst/>
                </a:prstGeom>
              </p:spPr>
            </p:pic>
          </mc:Fallback>
        </mc:AlternateContent>
      </p:grpSp>
    </p:spTree>
    <p:extLst>
      <p:ext uri="{BB962C8B-B14F-4D97-AF65-F5344CB8AC3E}">
        <p14:creationId xmlns:p14="http://schemas.microsoft.com/office/powerpoint/2010/main" val="170714297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Calling A Function</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912698" y="1331259"/>
            <a:ext cx="8946541" cy="4195481"/>
          </a:xfrm>
        </p:spPr>
        <p:txBody>
          <a:bodyPr>
            <a:normAutofit/>
          </a:bodyPr>
          <a:lstStyle/>
          <a:p>
            <a:pPr rtl="0">
              <a:spcBef>
                <a:spcPts val="0"/>
              </a:spcBef>
              <a:spcAft>
                <a:spcPts val="1600"/>
              </a:spcAft>
            </a:pPr>
            <a:r>
              <a:rPr lang="en-US" sz="2400" i="0" u="none" strike="noStrike">
                <a:solidFill>
                  <a:srgbClr val="FFFFFF"/>
                </a:solidFill>
                <a:effectLst/>
                <a:latin typeface="+mn-lt"/>
              </a:rPr>
              <a:t>To use a function, simply call it by its name and pass any required arguments.</a:t>
            </a:r>
            <a:endParaRPr lang="en-US" sz="2400">
              <a:effectLst/>
              <a:latin typeface="+mn-lt"/>
            </a:endParaRPr>
          </a:p>
        </p:txBody>
      </p:sp>
      <p:sp>
        <p:nvSpPr>
          <p:cNvPr id="6" name="Rectangle 5">
            <a:extLst>
              <a:ext uri="{FF2B5EF4-FFF2-40B4-BE49-F238E27FC236}">
                <a16:creationId xmlns:a16="http://schemas.microsoft.com/office/drawing/2014/main" id="{FAA9F8F9-23F3-A310-72FB-FA75F1347AE1}"/>
              </a:ext>
            </a:extLst>
          </p:cNvPr>
          <p:cNvSpPr/>
          <p:nvPr/>
        </p:nvSpPr>
        <p:spPr>
          <a:xfrm>
            <a:off x="646111" y="3429000"/>
            <a:ext cx="11202178" cy="333620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srgbClr val="EA6312"/>
                </a:solidFill>
                <a:effectLst/>
                <a:uLnTx/>
                <a:uFillTx/>
                <a:latin typeface="Courier New" panose="02070309020205020404" pitchFamily="49" charset="0"/>
                <a:ea typeface="+mn-ea"/>
                <a:cs typeface="Courier New" panose="02070309020205020404" pitchFamily="49" charset="0"/>
              </a:rPr>
              <a:t>ReturnType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err="1">
                <a:ln>
                  <a:noFill/>
                </a:ln>
                <a:solidFill>
                  <a:srgbClr val="9E5E9B"/>
                </a:solidFill>
                <a:effectLst/>
                <a:uLnTx/>
                <a:uFillTx/>
                <a:latin typeface="Courier New" panose="02070309020205020404" pitchFamily="49" charset="0"/>
                <a:ea typeface="+mn-ea"/>
                <a:cs typeface="Courier New" panose="02070309020205020404" pitchFamily="49" charset="0"/>
              </a:rPr>
              <a:t>FunctionName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type1</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parameter1, type2</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parameter2</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rPr>
              <a:t>// Code to execute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a:ln>
                  <a:noFill/>
                </a:ln>
                <a:solidFill>
                  <a:srgbClr val="6AAC90"/>
                </a:solidFill>
                <a:effectLst/>
                <a:uLnTx/>
                <a:uFillTx/>
                <a:latin typeface="Courier New" panose="02070309020205020404" pitchFamily="49" charset="0"/>
                <a:ea typeface="+mn-ea"/>
                <a:cs typeface="Courier New" panose="02070309020205020404" pitchFamily="49" charset="0"/>
              </a:rPr>
              <a:t>return </a:t>
            </a:r>
            <a:r>
              <a:rPr kumimoji="0" lang="en-US" sz="2400" b="0" i="0" u="none" strike="noStrike" kern="1200" cap="none" spc="0" normalizeH="0" baseline="0" noProof="0" err="1">
                <a:ln>
                  <a:noFill/>
                </a:ln>
                <a:solidFill>
                  <a:srgbClr val="EA6312"/>
                </a:solidFill>
                <a:effectLst/>
                <a:uLnTx/>
                <a:uFillTx/>
                <a:latin typeface="Courier New" panose="02070309020205020404" pitchFamily="49" charset="0"/>
                <a:ea typeface="+mn-ea"/>
                <a:cs typeface="Courier New" panose="02070309020205020404" pitchFamily="49" charset="0"/>
              </a:rPr>
              <a:t>aValueofTheSameType</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a:ln>
                <a:noFill/>
              </a:ln>
              <a:solidFill>
                <a:srgbClr val="92D050"/>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err="1">
                <a:ln>
                  <a:noFill/>
                </a:ln>
                <a:solidFill>
                  <a:srgbClr val="9E5E9B"/>
                </a:solidFill>
                <a:effectLst/>
                <a:uLnTx/>
                <a:uFillTx/>
                <a:latin typeface="Courier New" panose="02070309020205020404" pitchFamily="49" charset="0"/>
                <a:ea typeface="+mn-ea"/>
                <a:cs typeface="Courier New" panose="02070309020205020404" pitchFamily="49" charset="0"/>
              </a:rPr>
              <a:t>FunctionName</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a:ln>
                  <a:noFill/>
                </a:ln>
                <a:solidFill>
                  <a:srgbClr val="EA6312"/>
                </a:solidFill>
                <a:effectLst/>
                <a:uLnTx/>
                <a:uFillTx/>
                <a:latin typeface="Courier New" panose="02070309020205020404" pitchFamily="49" charset="0"/>
                <a:ea typeface="+mn-ea"/>
                <a:cs typeface="Courier New" panose="02070309020205020404" pitchFamily="49" charset="0"/>
              </a:rPr>
              <a:t>someThing1, something2</a:t>
            </a:r>
            <a:r>
              <a:rPr kumimoji="0" lang="en-US" sz="2400" b="0" i="0" u="none" strike="noStrike" kern="1200" cap="none" spc="0" normalizeH="0" baseline="0" noProof="0">
                <a:ln>
                  <a:noFill/>
                </a:ln>
                <a:solidFill>
                  <a:srgbClr val="54849A"/>
                </a:solidFill>
                <a:effectLst/>
                <a:uLnTx/>
                <a:uFillTx/>
                <a:latin typeface="Courier New" panose="02070309020205020404" pitchFamily="49" charset="0"/>
                <a:ea typeface="+mn-ea"/>
                <a:cs typeface="Courier New" panose="02070309020205020404" pitchFamily="49" charset="0"/>
              </a:rPr>
              <a:t>);</a:t>
            </a:r>
            <a:endParaRPr kumimoji="0" lang="en-US" sz="2400" b="0" i="0" u="none" strike="noStrike" kern="1200" cap="none" spc="0" normalizeH="0" baseline="0" noProof="0">
              <a:ln>
                <a:noFill/>
              </a:ln>
              <a:solidFill>
                <a:prstClr val="white"/>
              </a:solidFill>
              <a:effectLst/>
              <a:uLnTx/>
              <a:uFillTx/>
              <a:latin typeface="Courier New" panose="02070309020205020404" pitchFamily="49" charset="0"/>
              <a:ea typeface="+mn-ea"/>
              <a:cs typeface="Courier New" panose="02070309020205020404" pitchFamily="49" charset="0"/>
            </a:endParaRPr>
          </a:p>
        </p:txBody>
      </p:sp>
      <p:grpSp>
        <p:nvGrpSpPr>
          <p:cNvPr id="10" name="Group 9">
            <a:extLst>
              <a:ext uri="{FF2B5EF4-FFF2-40B4-BE49-F238E27FC236}">
                <a16:creationId xmlns:a16="http://schemas.microsoft.com/office/drawing/2014/main" id="{E88E2B7A-890B-11D0-8CC8-3C4085FA4A39}"/>
              </a:ext>
            </a:extLst>
          </p:cNvPr>
          <p:cNvGrpSpPr/>
          <p:nvPr/>
        </p:nvGrpSpPr>
        <p:grpSpPr>
          <a:xfrm>
            <a:off x="6140552" y="3434488"/>
            <a:ext cx="317520" cy="429480"/>
            <a:chOff x="6140552" y="3434488"/>
            <a:chExt cx="317520" cy="42948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1B72846-F683-53DA-9FFA-A40F465E5C11}"/>
                    </a:ext>
                  </a:extLst>
                </p14:cNvPr>
                <p14:cNvContentPartPr/>
                <p14:nvPr/>
              </p14:nvContentPartPr>
              <p14:xfrm>
                <a:off x="6177632" y="3434488"/>
                <a:ext cx="148320" cy="429480"/>
              </p14:xfrm>
            </p:contentPart>
          </mc:Choice>
          <mc:Fallback xmlns="">
            <p:pic>
              <p:nvPicPr>
                <p:cNvPr id="4" name="Ink 3">
                  <a:extLst>
                    <a:ext uri="{FF2B5EF4-FFF2-40B4-BE49-F238E27FC236}">
                      <a16:creationId xmlns:a16="http://schemas.microsoft.com/office/drawing/2014/main" id="{C1B72846-F683-53DA-9FFA-A40F465E5C11}"/>
                    </a:ext>
                  </a:extLst>
                </p:cNvPr>
                <p:cNvPicPr/>
                <p:nvPr/>
              </p:nvPicPr>
              <p:blipFill>
                <a:blip r:embed="rId3"/>
                <a:stretch>
                  <a:fillRect/>
                </a:stretch>
              </p:blipFill>
              <p:spPr>
                <a:xfrm>
                  <a:off x="6171512" y="3428368"/>
                  <a:ext cx="16056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88B4547-F0BD-3118-BAAC-C555E21C51E7}"/>
                    </a:ext>
                  </a:extLst>
                </p14:cNvPr>
                <p14:cNvContentPartPr/>
                <p14:nvPr/>
              </p14:nvContentPartPr>
              <p14:xfrm>
                <a:off x="6140552" y="3709528"/>
                <a:ext cx="317520" cy="151920"/>
              </p14:xfrm>
            </p:contentPart>
          </mc:Choice>
          <mc:Fallback xmlns="">
            <p:pic>
              <p:nvPicPr>
                <p:cNvPr id="5" name="Ink 4">
                  <a:extLst>
                    <a:ext uri="{FF2B5EF4-FFF2-40B4-BE49-F238E27FC236}">
                      <a16:creationId xmlns:a16="http://schemas.microsoft.com/office/drawing/2014/main" id="{088B4547-F0BD-3118-BAAC-C555E21C51E7}"/>
                    </a:ext>
                  </a:extLst>
                </p:cNvPr>
                <p:cNvPicPr/>
                <p:nvPr/>
              </p:nvPicPr>
              <p:blipFill>
                <a:blip r:embed="rId5"/>
                <a:stretch>
                  <a:fillRect/>
                </a:stretch>
              </p:blipFill>
              <p:spPr>
                <a:xfrm>
                  <a:off x="6134432" y="3703408"/>
                  <a:ext cx="329760" cy="164160"/>
                </a:xfrm>
                <a:prstGeom prst="rect">
                  <a:avLst/>
                </a:prstGeom>
              </p:spPr>
            </p:pic>
          </mc:Fallback>
        </mc:AlternateContent>
      </p:grpSp>
      <p:grpSp>
        <p:nvGrpSpPr>
          <p:cNvPr id="9" name="Group 8">
            <a:extLst>
              <a:ext uri="{FF2B5EF4-FFF2-40B4-BE49-F238E27FC236}">
                <a16:creationId xmlns:a16="http://schemas.microsoft.com/office/drawing/2014/main" id="{24036FC6-3229-04C7-FB32-21C38C392D50}"/>
              </a:ext>
            </a:extLst>
          </p:cNvPr>
          <p:cNvGrpSpPr/>
          <p:nvPr/>
        </p:nvGrpSpPr>
        <p:grpSpPr>
          <a:xfrm>
            <a:off x="9485672" y="3449248"/>
            <a:ext cx="244080" cy="335520"/>
            <a:chOff x="9485672" y="3449248"/>
            <a:chExt cx="244080" cy="33552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1D7DBD3-1D7C-976A-9600-18E9FCA614A6}"/>
                    </a:ext>
                  </a:extLst>
                </p14:cNvPr>
                <p14:cNvContentPartPr/>
                <p14:nvPr/>
              </p14:nvContentPartPr>
              <p14:xfrm>
                <a:off x="9559112" y="3449248"/>
                <a:ext cx="54360" cy="335520"/>
              </p14:xfrm>
            </p:contentPart>
          </mc:Choice>
          <mc:Fallback xmlns="">
            <p:pic>
              <p:nvPicPr>
                <p:cNvPr id="7" name="Ink 6">
                  <a:extLst>
                    <a:ext uri="{FF2B5EF4-FFF2-40B4-BE49-F238E27FC236}">
                      <a16:creationId xmlns:a16="http://schemas.microsoft.com/office/drawing/2014/main" id="{01D7DBD3-1D7C-976A-9600-18E9FCA614A6}"/>
                    </a:ext>
                  </a:extLst>
                </p:cNvPr>
                <p:cNvPicPr/>
                <p:nvPr/>
              </p:nvPicPr>
              <p:blipFill>
                <a:blip r:embed="rId7"/>
                <a:stretch>
                  <a:fillRect/>
                </a:stretch>
              </p:blipFill>
              <p:spPr>
                <a:xfrm>
                  <a:off x="9552992" y="3443128"/>
                  <a:ext cx="6660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11DB622B-1B43-5BFB-F04E-588DBDF4B561}"/>
                    </a:ext>
                  </a:extLst>
                </p14:cNvPr>
                <p14:cNvContentPartPr/>
                <p14:nvPr/>
              </p14:nvContentPartPr>
              <p14:xfrm>
                <a:off x="9485672" y="3635008"/>
                <a:ext cx="244080" cy="145440"/>
              </p14:xfrm>
            </p:contentPart>
          </mc:Choice>
          <mc:Fallback xmlns="">
            <p:pic>
              <p:nvPicPr>
                <p:cNvPr id="8" name="Ink 7">
                  <a:extLst>
                    <a:ext uri="{FF2B5EF4-FFF2-40B4-BE49-F238E27FC236}">
                      <a16:creationId xmlns:a16="http://schemas.microsoft.com/office/drawing/2014/main" id="{11DB622B-1B43-5BFB-F04E-588DBDF4B561}"/>
                    </a:ext>
                  </a:extLst>
                </p:cNvPr>
                <p:cNvPicPr/>
                <p:nvPr/>
              </p:nvPicPr>
              <p:blipFill>
                <a:blip r:embed="rId9"/>
                <a:stretch>
                  <a:fillRect/>
                </a:stretch>
              </p:blipFill>
              <p:spPr>
                <a:xfrm>
                  <a:off x="9479552" y="3628888"/>
                  <a:ext cx="256320" cy="15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ADDF890-A6FB-3496-2861-3D3FFE42AEEC}"/>
                  </a:ext>
                </a:extLst>
              </p14:cNvPr>
              <p14:cNvContentPartPr/>
              <p14:nvPr/>
            </p14:nvContentPartPr>
            <p14:xfrm>
              <a:off x="6103112" y="3032728"/>
              <a:ext cx="59040" cy="290880"/>
            </p14:xfrm>
          </p:contentPart>
        </mc:Choice>
        <mc:Fallback xmlns="">
          <p:pic>
            <p:nvPicPr>
              <p:cNvPr id="11" name="Ink 10">
                <a:extLst>
                  <a:ext uri="{FF2B5EF4-FFF2-40B4-BE49-F238E27FC236}">
                    <a16:creationId xmlns:a16="http://schemas.microsoft.com/office/drawing/2014/main" id="{2ADDF890-A6FB-3496-2861-3D3FFE42AEEC}"/>
                  </a:ext>
                </a:extLst>
              </p:cNvPr>
              <p:cNvPicPr/>
              <p:nvPr/>
            </p:nvPicPr>
            <p:blipFill>
              <a:blip r:embed="rId11"/>
              <a:stretch>
                <a:fillRect/>
              </a:stretch>
            </p:blipFill>
            <p:spPr>
              <a:xfrm>
                <a:off x="6096992" y="3026608"/>
                <a:ext cx="712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0A47E855-4865-4D68-3877-92CACB1FA560}"/>
                  </a:ext>
                </a:extLst>
              </p14:cNvPr>
              <p14:cNvContentPartPr/>
              <p14:nvPr/>
            </p14:nvContentPartPr>
            <p14:xfrm>
              <a:off x="9470912" y="3003208"/>
              <a:ext cx="306000" cy="239760"/>
            </p14:xfrm>
          </p:contentPart>
        </mc:Choice>
        <mc:Fallback xmlns="">
          <p:pic>
            <p:nvPicPr>
              <p:cNvPr id="12" name="Ink 11">
                <a:extLst>
                  <a:ext uri="{FF2B5EF4-FFF2-40B4-BE49-F238E27FC236}">
                    <a16:creationId xmlns:a16="http://schemas.microsoft.com/office/drawing/2014/main" id="{0A47E855-4865-4D68-3877-92CACB1FA560}"/>
                  </a:ext>
                </a:extLst>
              </p:cNvPr>
              <p:cNvPicPr/>
              <p:nvPr/>
            </p:nvPicPr>
            <p:blipFill>
              <a:blip r:embed="rId13"/>
              <a:stretch>
                <a:fillRect/>
              </a:stretch>
            </p:blipFill>
            <p:spPr>
              <a:xfrm>
                <a:off x="9464792" y="2997088"/>
                <a:ext cx="318240" cy="252000"/>
              </a:xfrm>
              <a:prstGeom prst="rect">
                <a:avLst/>
              </a:prstGeom>
            </p:spPr>
          </p:pic>
        </mc:Fallback>
      </mc:AlternateContent>
    </p:spTree>
    <p:extLst>
      <p:ext uri="{BB962C8B-B14F-4D97-AF65-F5344CB8AC3E}">
        <p14:creationId xmlns:p14="http://schemas.microsoft.com/office/powerpoint/2010/main" val="9817760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Function Call</a:t>
            </a:r>
          </a:p>
        </p:txBody>
      </p:sp>
      <p:sp>
        <p:nvSpPr>
          <p:cNvPr id="6" name="Rectangle 5">
            <a:extLst>
              <a:ext uri="{FF2B5EF4-FFF2-40B4-BE49-F238E27FC236}">
                <a16:creationId xmlns:a16="http://schemas.microsoft.com/office/drawing/2014/main" id="{FAA9F8F9-23F3-A310-72FB-FA75F1347AE1}"/>
              </a:ext>
            </a:extLst>
          </p:cNvPr>
          <p:cNvSpPr/>
          <p:nvPr/>
        </p:nvSpPr>
        <p:spPr>
          <a:xfrm>
            <a:off x="646111" y="1381328"/>
            <a:ext cx="11202178" cy="538387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9E5E9B"/>
                </a:solidFill>
                <a:effectLst/>
                <a:uLnTx/>
                <a:uFillTx/>
                <a:latin typeface="Courier New" panose="02070309020205020404" pitchFamily="49" charset="0"/>
                <a:ea typeface="+mn-ea"/>
                <a:cs typeface="Courier New" panose="02070309020205020404" pitchFamily="49" charset="0"/>
              </a:rPr>
              <a:t>Multiply</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B01513"/>
                </a:solidFill>
                <a:effectLst/>
                <a:uLnTx/>
                <a:uFillTx/>
                <a:latin typeface="Courier New" panose="02070309020205020404" pitchFamily="49" charset="0"/>
                <a:ea typeface="+mn-ea"/>
                <a:cs typeface="Courier New" panose="02070309020205020404" pitchFamily="49" charset="0"/>
              </a:rPr>
              <a:t>x</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00B0F0"/>
                </a:solidFill>
                <a:effectLst/>
                <a:uLnTx/>
                <a:uFillTx/>
                <a:latin typeface="Courier New" panose="02070309020205020404" pitchFamily="49" charset="0"/>
                <a:ea typeface="+mn-ea"/>
                <a:cs typeface="Courier New" panose="02070309020205020404" pitchFamily="49" charset="0"/>
              </a:rPr>
              <a:t>y</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6AAC90"/>
                </a:solidFill>
                <a:effectLst/>
                <a:uLnTx/>
                <a:uFillTx/>
                <a:latin typeface="Courier New" panose="02070309020205020404" pitchFamily="49" charset="0"/>
                <a:ea typeface="+mn-ea"/>
                <a:cs typeface="Courier New" panose="02070309020205020404" pitchFamily="49" charset="0"/>
              </a:rPr>
              <a:t>return </a:t>
            </a:r>
            <a:r>
              <a:rPr kumimoji="0" lang="en-US" sz="2400" b="0" i="0" u="none" strike="noStrike" kern="1200" cap="none" spc="0" normalizeH="0" baseline="0" noProof="0" dirty="0">
                <a:ln>
                  <a:noFill/>
                </a:ln>
                <a:solidFill>
                  <a:srgbClr val="B01513"/>
                </a:solidFill>
                <a:effectLst/>
                <a:uLnTx/>
                <a:uFillTx/>
                <a:latin typeface="Courier New" panose="02070309020205020404" pitchFamily="49" charset="0"/>
                <a:ea typeface="+mn-ea"/>
                <a:cs typeface="Courier New" panose="02070309020205020404" pitchFamily="49" charset="0"/>
              </a:rPr>
              <a:t>x</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 </a:t>
            </a:r>
            <a:r>
              <a:rPr kumimoji="0" lang="en-US" sz="2400" b="0" i="0" u="none" strike="noStrike" kern="1200" cap="none" spc="0" normalizeH="0" baseline="0" noProof="0" dirty="0">
                <a:ln>
                  <a:noFill/>
                </a:ln>
                <a:solidFill>
                  <a:srgbClr val="00B0F0"/>
                </a:solidFill>
                <a:effectLst/>
                <a:uLnTx/>
                <a:uFillTx/>
                <a:latin typeface="Courier New" panose="02070309020205020404" pitchFamily="49" charset="0"/>
                <a:ea typeface="+mn-ea"/>
                <a:cs typeface="Courier New" panose="02070309020205020404" pitchFamily="49" charset="0"/>
              </a:rPr>
              <a:t>y</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A6312"/>
                </a:solidFill>
                <a:effectLst/>
                <a:uLnTx/>
                <a:uFillTx/>
                <a:latin typeface="Courier New" panose="02070309020205020404" pitchFamily="49" charset="0"/>
                <a:ea typeface="+mn-ea"/>
                <a:cs typeface="Courier New" panose="02070309020205020404" pitchFamily="49" charset="0"/>
              </a:rPr>
              <a:t>int </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product = </a:t>
            </a:r>
            <a:r>
              <a:rPr kumimoji="0" lang="en-US" sz="2400" b="0" i="0" u="none" strike="noStrike" kern="1200" cap="none" spc="0" normalizeH="0" baseline="0" noProof="0" dirty="0">
                <a:ln>
                  <a:noFill/>
                </a:ln>
                <a:solidFill>
                  <a:srgbClr val="9E5E9B"/>
                </a:solidFill>
                <a:effectLst/>
                <a:uLnTx/>
                <a:uFillTx/>
                <a:latin typeface="Courier New" panose="02070309020205020404" pitchFamily="49" charset="0"/>
                <a:ea typeface="+mn-ea"/>
                <a:cs typeface="Courier New" panose="02070309020205020404" pitchFamily="49" charset="0"/>
              </a:rPr>
              <a:t>Multiply</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r>
              <a:rPr kumimoji="0" lang="en-US" sz="2400" b="0" i="0" u="none" strike="noStrike" kern="1200" cap="none" spc="0" normalizeH="0" baseline="0" noProof="0" dirty="0">
                <a:ln>
                  <a:noFill/>
                </a:ln>
                <a:solidFill>
                  <a:srgbClr val="B01513"/>
                </a:solidFill>
                <a:effectLst/>
                <a:uLnTx/>
                <a:uFillTx/>
                <a:latin typeface="Courier New" panose="02070309020205020404" pitchFamily="49" charset="0"/>
                <a:ea typeface="+mn-ea"/>
                <a:cs typeface="Courier New" panose="02070309020205020404" pitchFamily="49" charset="0"/>
              </a:rPr>
              <a:t>5</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00B0F0"/>
                </a:solidFill>
                <a:effectLst/>
                <a:uLnTx/>
                <a:uFillTx/>
                <a:latin typeface="Courier New" panose="02070309020205020404" pitchFamily="49" charset="0"/>
                <a:ea typeface="+mn-ea"/>
                <a:cs typeface="Courier New" panose="02070309020205020404" pitchFamily="49" charset="0"/>
              </a:rPr>
              <a:t>3</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solidFill>
                  <a:prstClr val="white"/>
                </a:solidFill>
                <a:latin typeface="Courier New" panose="02070309020205020404" pitchFamily="49" charset="0"/>
                <a:cs typeface="Courier New" panose="02070309020205020404" pitchFamily="49" charset="0"/>
              </a:rPr>
              <a:t>c</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out</a:t>
            </a:r>
            <a:r>
              <a:rPr lang="en-US" sz="2400" dirty="0">
                <a:solidFill>
                  <a:prstClr val="white"/>
                </a:solidFill>
                <a:latin typeface="Courier New" panose="02070309020205020404" pitchFamily="49" charset="0"/>
                <a:cs typeface="Courier New" panose="02070309020205020404" pitchFamily="49" charset="0"/>
              </a:rPr>
              <a:t> &lt;&lt; “</a:t>
            </a: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Product: " + product;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ourier New" panose="02070309020205020404" pitchFamily="49" charset="0"/>
                <a:ea typeface="+mn-ea"/>
                <a:cs typeface="Courier New" panose="02070309020205020404" pitchFamily="49" charset="0"/>
              </a:rPr>
              <a:t>	</a:t>
            </a:r>
            <a:r>
              <a:rPr kumimoji="0" lang="en-US" sz="2400" b="0" i="0" u="none" strike="noStrike" kern="1200" cap="none" spc="0" normalizeH="0" baseline="0" noProof="0" dirty="0">
                <a:ln>
                  <a:noFill/>
                </a:ln>
                <a:solidFill>
                  <a:srgbClr val="92D050"/>
                </a:solidFill>
                <a:effectLst/>
                <a:uLnTx/>
                <a:uFillTx/>
                <a:latin typeface="Courier New" panose="02070309020205020404" pitchFamily="49" charset="0"/>
                <a:ea typeface="+mn-ea"/>
                <a:cs typeface="Courier New" panose="02070309020205020404" pitchFamily="49" charset="0"/>
              </a:rPr>
              <a:t>// prints “Product: 15”</a:t>
            </a:r>
          </a:p>
        </p:txBody>
      </p:sp>
    </p:spTree>
    <p:extLst>
      <p:ext uri="{BB962C8B-B14F-4D97-AF65-F5344CB8AC3E}">
        <p14:creationId xmlns:p14="http://schemas.microsoft.com/office/powerpoint/2010/main" val="82920801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6731-7F3D-7C82-EA6C-2CA2874F3B74}"/>
              </a:ext>
            </a:extLst>
          </p:cNvPr>
          <p:cNvSpPr>
            <a:spLocks noGrp="1"/>
          </p:cNvSpPr>
          <p:nvPr>
            <p:ph type="title"/>
          </p:nvPr>
        </p:nvSpPr>
        <p:spPr>
          <a:xfrm>
            <a:off x="646111" y="452718"/>
            <a:ext cx="9404723" cy="783899"/>
          </a:xfrm>
        </p:spPr>
        <p:txBody>
          <a:bodyPr/>
          <a:lstStyle/>
          <a:p>
            <a:r>
              <a:rPr lang="en-US"/>
              <a:t>Functions Summary</a:t>
            </a:r>
          </a:p>
        </p:txBody>
      </p:sp>
      <p:sp>
        <p:nvSpPr>
          <p:cNvPr id="3" name="Content Placeholder 2">
            <a:extLst>
              <a:ext uri="{FF2B5EF4-FFF2-40B4-BE49-F238E27FC236}">
                <a16:creationId xmlns:a16="http://schemas.microsoft.com/office/drawing/2014/main" id="{7295102F-EC3C-E5A8-BB56-FCF4EC6BFBEC}"/>
              </a:ext>
            </a:extLst>
          </p:cNvPr>
          <p:cNvSpPr>
            <a:spLocks noGrp="1"/>
          </p:cNvSpPr>
          <p:nvPr>
            <p:ph idx="1"/>
          </p:nvPr>
        </p:nvSpPr>
        <p:spPr>
          <a:xfrm>
            <a:off x="912698" y="1331259"/>
            <a:ext cx="8946541" cy="5196001"/>
          </a:xfrm>
        </p:spPr>
        <p:txBody>
          <a:bodyPr>
            <a:normAutofit lnSpcReduction="10000"/>
          </a:bodyPr>
          <a:lstStyle/>
          <a:p>
            <a:pPr rtl="0">
              <a:spcBef>
                <a:spcPts val="0"/>
              </a:spcBef>
              <a:spcAft>
                <a:spcPts val="1600"/>
              </a:spcAft>
            </a:pPr>
            <a:r>
              <a:rPr lang="en-US" sz="2400" b="1" i="0" u="none" strike="noStrike" dirty="0">
                <a:solidFill>
                  <a:srgbClr val="FFFFFF"/>
                </a:solidFill>
                <a:effectLst/>
                <a:latin typeface="+mn-lt"/>
              </a:rPr>
              <a:t>Functions</a:t>
            </a:r>
            <a:r>
              <a:rPr lang="en-US" sz="2400" i="0" u="none" strike="noStrike" dirty="0">
                <a:solidFill>
                  <a:srgbClr val="FFFFFF"/>
                </a:solidFill>
                <a:effectLst/>
                <a:latin typeface="+mn-lt"/>
              </a:rPr>
              <a:t> help make your code reusable, organized, and easy to maintain.</a:t>
            </a:r>
          </a:p>
          <a:p>
            <a:pPr rtl="0">
              <a:spcBef>
                <a:spcPts val="0"/>
              </a:spcBef>
              <a:spcAft>
                <a:spcPts val="1600"/>
              </a:spcAft>
            </a:pPr>
            <a:r>
              <a:rPr lang="en-US" sz="2400" i="0" u="none" strike="noStrike" dirty="0">
                <a:solidFill>
                  <a:srgbClr val="FFFFFF"/>
                </a:solidFill>
                <a:effectLst/>
                <a:latin typeface="+mn-lt"/>
              </a:rPr>
              <a:t>Functions have 2 parts	</a:t>
            </a:r>
          </a:p>
          <a:p>
            <a:pPr lvl="1">
              <a:spcBef>
                <a:spcPts val="0"/>
              </a:spcBef>
              <a:spcAft>
                <a:spcPts val="1600"/>
              </a:spcAft>
            </a:pPr>
            <a:r>
              <a:rPr lang="en-US" sz="2200" b="1" dirty="0">
                <a:solidFill>
                  <a:srgbClr val="FFFFFF"/>
                </a:solidFill>
                <a:latin typeface="+mn-lt"/>
              </a:rPr>
              <a:t>Declaration</a:t>
            </a:r>
            <a:r>
              <a:rPr lang="en-US" sz="2200" dirty="0">
                <a:solidFill>
                  <a:srgbClr val="FFFFFF"/>
                </a:solidFill>
                <a:latin typeface="+mn-lt"/>
              </a:rPr>
              <a:t>: where you set up the function</a:t>
            </a:r>
          </a:p>
          <a:p>
            <a:pPr lvl="1">
              <a:spcBef>
                <a:spcPts val="0"/>
              </a:spcBef>
              <a:spcAft>
                <a:spcPts val="1600"/>
              </a:spcAft>
            </a:pPr>
            <a:r>
              <a:rPr lang="en-US" sz="2200" b="1" i="0" u="none" strike="noStrike" dirty="0">
                <a:solidFill>
                  <a:srgbClr val="FFFFFF"/>
                </a:solidFill>
                <a:effectLst/>
                <a:latin typeface="+mn-lt"/>
              </a:rPr>
              <a:t>Call</a:t>
            </a:r>
            <a:r>
              <a:rPr lang="en-US" sz="2200" i="0" u="none" strike="noStrike" dirty="0">
                <a:solidFill>
                  <a:srgbClr val="FFFFFF"/>
                </a:solidFill>
                <a:effectLst/>
                <a:latin typeface="+mn-lt"/>
              </a:rPr>
              <a:t>: where you use the function by calling its name and passing in parameters</a:t>
            </a:r>
          </a:p>
          <a:p>
            <a:pPr rtl="0">
              <a:spcBef>
                <a:spcPts val="0"/>
              </a:spcBef>
              <a:spcAft>
                <a:spcPts val="1600"/>
              </a:spcAft>
            </a:pPr>
            <a:r>
              <a:rPr lang="en-US" sz="2400" i="0" u="none" strike="noStrike" dirty="0">
                <a:solidFill>
                  <a:srgbClr val="FFFFFF"/>
                </a:solidFill>
                <a:effectLst/>
                <a:latin typeface="+mn-lt"/>
              </a:rPr>
              <a:t>The </a:t>
            </a:r>
            <a:r>
              <a:rPr lang="en-US" sz="2400" b="1" i="0" u="none" strike="noStrike" dirty="0">
                <a:solidFill>
                  <a:srgbClr val="FFFFFF"/>
                </a:solidFill>
                <a:effectLst/>
                <a:latin typeface="+mn-lt"/>
              </a:rPr>
              <a:t>D.R.Y. principle</a:t>
            </a:r>
            <a:r>
              <a:rPr lang="en-US" sz="2400" i="0" u="none" strike="noStrike" dirty="0">
                <a:solidFill>
                  <a:srgbClr val="FFFFFF"/>
                </a:solidFill>
                <a:effectLst/>
                <a:latin typeface="+mn-lt"/>
              </a:rPr>
              <a:t> emphasizes reducing code duplication.</a:t>
            </a:r>
          </a:p>
          <a:p>
            <a:pPr rtl="0">
              <a:spcBef>
                <a:spcPts val="0"/>
              </a:spcBef>
              <a:spcAft>
                <a:spcPts val="1600"/>
              </a:spcAft>
            </a:pPr>
            <a:r>
              <a:rPr lang="en-US" sz="2400" i="0" u="none" strike="noStrike" dirty="0">
                <a:solidFill>
                  <a:srgbClr val="FFFFFF"/>
                </a:solidFill>
                <a:effectLst/>
                <a:latin typeface="+mn-lt"/>
              </a:rPr>
              <a:t>Functions have </a:t>
            </a:r>
            <a:r>
              <a:rPr lang="en-US" sz="2400" b="1" i="0" u="none" strike="noStrike" dirty="0">
                <a:solidFill>
                  <a:srgbClr val="FFFFFF"/>
                </a:solidFill>
                <a:effectLst/>
                <a:latin typeface="+mn-lt"/>
              </a:rPr>
              <a:t>return types </a:t>
            </a:r>
            <a:r>
              <a:rPr lang="en-US" sz="2400" i="0" u="none" strike="noStrike" dirty="0">
                <a:solidFill>
                  <a:srgbClr val="FFFFFF"/>
                </a:solidFill>
                <a:effectLst/>
                <a:latin typeface="+mn-lt"/>
              </a:rPr>
              <a:t>that specify the type of data they return.</a:t>
            </a:r>
          </a:p>
          <a:p>
            <a:pPr rtl="0">
              <a:spcBef>
                <a:spcPts val="0"/>
              </a:spcBef>
              <a:spcAft>
                <a:spcPts val="1600"/>
              </a:spcAft>
            </a:pPr>
            <a:r>
              <a:rPr lang="en-US" sz="2400" b="1" i="0" u="none" strike="noStrike" dirty="0">
                <a:solidFill>
                  <a:srgbClr val="FFFFFF"/>
                </a:solidFill>
                <a:effectLst/>
                <a:latin typeface="+mn-lt"/>
              </a:rPr>
              <a:t>Parameters</a:t>
            </a:r>
            <a:r>
              <a:rPr lang="en-US" sz="2400" i="0" u="none" strike="noStrike" dirty="0">
                <a:solidFill>
                  <a:srgbClr val="FFFFFF"/>
                </a:solidFill>
                <a:effectLst/>
                <a:latin typeface="+mn-lt"/>
              </a:rPr>
              <a:t> allow functions to be dynamic and adaptable.</a:t>
            </a:r>
            <a:endParaRPr lang="en-US" sz="2400" dirty="0">
              <a:effectLst/>
              <a:latin typeface="+mn-lt"/>
            </a:endParaRPr>
          </a:p>
        </p:txBody>
      </p:sp>
    </p:spTree>
    <p:extLst>
      <p:ext uri="{BB962C8B-B14F-4D97-AF65-F5344CB8AC3E}">
        <p14:creationId xmlns:p14="http://schemas.microsoft.com/office/powerpoint/2010/main" val="404802595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cartoon of a person holding a computer&#10;&#10;Description automatically generated">
            <a:extLst>
              <a:ext uri="{FF2B5EF4-FFF2-40B4-BE49-F238E27FC236}">
                <a16:creationId xmlns:a16="http://schemas.microsoft.com/office/drawing/2014/main" id="{58BBED1C-4791-DB00-EBD8-ACE73E753806}"/>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21875" b="21875"/>
          <a:stretch>
            <a:fillRect/>
          </a:stretch>
        </p:blipFill>
        <p:spPr/>
      </p:pic>
      <p:sp>
        <p:nvSpPr>
          <p:cNvPr id="3" name="Title 2">
            <a:extLst>
              <a:ext uri="{FF2B5EF4-FFF2-40B4-BE49-F238E27FC236}">
                <a16:creationId xmlns:a16="http://schemas.microsoft.com/office/drawing/2014/main" id="{FA366901-419D-0DA1-C175-CC4C47300093}"/>
              </a:ext>
            </a:extLst>
          </p:cNvPr>
          <p:cNvSpPr>
            <a:spLocks noGrp="1"/>
          </p:cNvSpPr>
          <p:nvPr>
            <p:ph type="ctrTitle"/>
          </p:nvPr>
        </p:nvSpPr>
        <p:spPr>
          <a:xfrm>
            <a:off x="9508409" y="286030"/>
            <a:ext cx="2683591" cy="4180865"/>
          </a:xfrm>
        </p:spPr>
        <p:txBody>
          <a:bodyPr vert="vert270"/>
          <a:lstStyle/>
          <a:p>
            <a:r>
              <a:rPr lang="en-US">
                <a:solidFill>
                  <a:schemeClr val="tx1"/>
                </a:solidFill>
              </a:rPr>
              <a:t>Debugging</a:t>
            </a:r>
          </a:p>
        </p:txBody>
      </p:sp>
    </p:spTree>
    <p:extLst>
      <p:ext uri="{BB962C8B-B14F-4D97-AF65-F5344CB8AC3E}">
        <p14:creationId xmlns:p14="http://schemas.microsoft.com/office/powerpoint/2010/main" val="378307951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BA12FB6-508C-43A7-B1E7-6832427A0972}">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C2645A-E767-4D7E-984D-234E531E4556}">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5F2A2379-DD35-4769-BFD6-4857D72F808A}">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{0E4491CF-0728-4204-8E89-0EF261FDBECF}tf55661986_win32</Template>
  <TotalTime>126</TotalTime>
  <Words>8572</Words>
  <Application>Microsoft Macintosh PowerPoint</Application>
  <PresentationFormat>Widescreen</PresentationFormat>
  <Paragraphs>1471</Paragraphs>
  <Slides>189</Slides>
  <Notes>7</Notes>
  <HiddenSlides>1</HiddenSlides>
  <MMClips>2</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189</vt:i4>
      </vt:variant>
    </vt:vector>
  </HeadingPairs>
  <TitlesOfParts>
    <vt:vector size="202" baseType="lpstr">
      <vt:lpstr>Aptos</vt:lpstr>
      <vt:lpstr>Arial</vt:lpstr>
      <vt:lpstr>Calibri</vt:lpstr>
      <vt:lpstr>Calibri Light</vt:lpstr>
      <vt:lpstr>Cascadia Code</vt:lpstr>
      <vt:lpstr>Cascadia Mono</vt:lpstr>
      <vt:lpstr>Century Gothic</vt:lpstr>
      <vt:lpstr>Consolas</vt:lpstr>
      <vt:lpstr>Courier New</vt:lpstr>
      <vt:lpstr>Wingdings</vt:lpstr>
      <vt:lpstr>Wingdings 3</vt:lpstr>
      <vt:lpstr>Custom</vt:lpstr>
      <vt:lpstr>Ion</vt:lpstr>
      <vt:lpstr>Intro to C++</vt:lpstr>
      <vt:lpstr>What is C++?</vt:lpstr>
      <vt:lpstr>C++</vt:lpstr>
      <vt:lpstr>Why C++?</vt:lpstr>
      <vt:lpstr>C++ SpeeD</vt:lpstr>
      <vt:lpstr>C++ Speed</vt:lpstr>
      <vt:lpstr>Why is C++ Fast?</vt:lpstr>
      <vt:lpstr>C++ is a low-level language</vt:lpstr>
      <vt:lpstr>Why do we care if it’s fast</vt:lpstr>
      <vt:lpstr> A Basic Cube</vt:lpstr>
      <vt:lpstr>Each Side is a square</vt:lpstr>
      <vt:lpstr>Each Square is made of 4 lines</vt:lpstr>
      <vt:lpstr>Each corner has a Vertex (Vert)</vt:lpstr>
      <vt:lpstr>So a 3D model of a cube is really just…</vt:lpstr>
      <vt:lpstr>Except we don’t usually use 4 sided polygons</vt:lpstr>
      <vt:lpstr>for ½ of a side, we have this matrix</vt:lpstr>
      <vt:lpstr>Because C++ let’s us have a lot of control…</vt:lpstr>
      <vt:lpstr>An example</vt:lpstr>
      <vt:lpstr>Ok, we get it. C++ does things fast</vt:lpstr>
      <vt:lpstr>https://cpp.sh/</vt:lpstr>
      <vt:lpstr>How a C++ File is processed</vt:lpstr>
      <vt:lpstr>Compiled vs. Interpreted Languages</vt:lpstr>
      <vt:lpstr>Compiled Languages</vt:lpstr>
      <vt:lpstr>Editor &amp; Source Code</vt:lpstr>
      <vt:lpstr>Compiler &amp; Machine Language</vt:lpstr>
      <vt:lpstr>Linker &amp; Executable</vt:lpstr>
      <vt:lpstr>So… we have to learn all these tools????</vt:lpstr>
      <vt:lpstr>Our IDE Has this all built in</vt:lpstr>
      <vt:lpstr>PowerPoint Presentation</vt:lpstr>
      <vt:lpstr>Disclaimer: We Will be focusing on C++ as it relates to Unreal Engine.</vt:lpstr>
      <vt:lpstr>Our First C++ Program</vt:lpstr>
      <vt:lpstr>Our First C++ Program</vt:lpstr>
      <vt:lpstr>A Quick Note about Whitespace</vt:lpstr>
      <vt:lpstr>Our First C++ Program</vt:lpstr>
      <vt:lpstr>Our First C++ Program</vt:lpstr>
      <vt:lpstr>Our First C++ Program</vt:lpstr>
      <vt:lpstr>Our First C++ Program</vt:lpstr>
      <vt:lpstr>Our First C++ Program</vt:lpstr>
      <vt:lpstr>Our First C++ Program</vt:lpstr>
      <vt:lpstr>Our First C++ Program</vt:lpstr>
      <vt:lpstr>Our First C++ Program</vt:lpstr>
      <vt:lpstr>NAmespace</vt:lpstr>
      <vt:lpstr>Our First C++ Program</vt:lpstr>
      <vt:lpstr>Our First C++ Program</vt:lpstr>
      <vt:lpstr>Our First C++ Program</vt:lpstr>
      <vt:lpstr>Let’s go run the code</vt:lpstr>
      <vt:lpstr>Our First C++ Program v2</vt:lpstr>
      <vt:lpstr>Time for some Review</vt:lpstr>
      <vt:lpstr>Data Types</vt:lpstr>
      <vt:lpstr>Numerical Data Types</vt:lpstr>
      <vt:lpstr>Boolean Data Type</vt:lpstr>
      <vt:lpstr>Character Data Types</vt:lpstr>
      <vt:lpstr>There are more data types but that’s all we need for now</vt:lpstr>
      <vt:lpstr>// Single Line Comment</vt:lpstr>
      <vt:lpstr>/* */ Multi Line Comment</vt:lpstr>
      <vt:lpstr>Let’s Math it up</vt:lpstr>
      <vt:lpstr>Operators</vt:lpstr>
      <vt:lpstr>Arithmetic Operators</vt:lpstr>
      <vt:lpstr>I/O</vt:lpstr>
      <vt:lpstr>Output with std::cout</vt:lpstr>
      <vt:lpstr>Reminder…</vt:lpstr>
      <vt:lpstr>input with std::CIN</vt:lpstr>
      <vt:lpstr>input with std::CIN</vt:lpstr>
      <vt:lpstr>Practice</vt:lpstr>
      <vt:lpstr>Practice</vt:lpstr>
      <vt:lpstr>C++ Syntax</vt:lpstr>
      <vt:lpstr>Syntax</vt:lpstr>
      <vt:lpstr>C++ Syntax Rules</vt:lpstr>
      <vt:lpstr>Syntax Rule 1: Statements</vt:lpstr>
      <vt:lpstr>Syntax Rule 2: Case-Sensitivity</vt:lpstr>
      <vt:lpstr>Syntax Rule 3: Braces and Blocks</vt:lpstr>
      <vt:lpstr>Syntax Rule 4: Variable Declarations</vt:lpstr>
      <vt:lpstr>Syntax Rule 4: Spaces Between Matter</vt:lpstr>
      <vt:lpstr>Syntax Rule 5: Spaces Around Don’t Matter</vt:lpstr>
      <vt:lpstr>C++ Syntax Guidelines</vt:lpstr>
      <vt:lpstr>Syntax Guideline: Naming</vt:lpstr>
      <vt:lpstr>Syntax Guideline: Capitalization for Variables and Functions</vt:lpstr>
      <vt:lpstr>Syntax Guideline: Capitalization for Classes</vt:lpstr>
      <vt:lpstr>Syntax Guideline: Use of Comments</vt:lpstr>
      <vt:lpstr>Syntax Guideline: Indentation</vt:lpstr>
      <vt:lpstr>Syntax Guideline: The { } Placement</vt:lpstr>
      <vt:lpstr>Syntax Guideline: Consistency</vt:lpstr>
      <vt:lpstr>Syntax Guideline: Avoid Hard Coding</vt:lpstr>
      <vt:lpstr>Syntax Guideline: Chunk it out</vt:lpstr>
      <vt:lpstr>Let’s Fix this Code</vt:lpstr>
      <vt:lpstr>Let’s Fix this Code</vt:lpstr>
      <vt:lpstr>Header and Source Files</vt:lpstr>
      <vt:lpstr>Two Parts of a C++ Class:  Header &amp; Source Files</vt:lpstr>
      <vt:lpstr>Two Parts of a C++ Class:  Header &amp; Source Files</vt:lpstr>
      <vt:lpstr>Why C++ Uses Two Files per Class</vt:lpstr>
      <vt:lpstr>C++ Variables</vt:lpstr>
      <vt:lpstr>Computer Memory</vt:lpstr>
      <vt:lpstr>Computer Memory</vt:lpstr>
      <vt:lpstr>Computer Memory</vt:lpstr>
      <vt:lpstr>Computer Memory</vt:lpstr>
      <vt:lpstr>Why Random?</vt:lpstr>
      <vt:lpstr>Do you…</vt:lpstr>
      <vt:lpstr>RAM must be FAST. And it’s faster to just find a random spot in memory, shove the data in, and move on.</vt:lpstr>
      <vt:lpstr>Storing Data</vt:lpstr>
      <vt:lpstr>Variable</vt:lpstr>
      <vt:lpstr>Variable</vt:lpstr>
      <vt:lpstr>Variable Type</vt:lpstr>
      <vt:lpstr>Variable Type</vt:lpstr>
      <vt:lpstr>Variable Declaration</vt:lpstr>
      <vt:lpstr>Declaring</vt:lpstr>
      <vt:lpstr>Declaring</vt:lpstr>
      <vt:lpstr>Variable Assignment</vt:lpstr>
      <vt:lpstr>Assignment Operator Assigns a value to variables</vt:lpstr>
      <vt:lpstr>Assignment</vt:lpstr>
      <vt:lpstr>Variable Declaration and Assignment</vt:lpstr>
      <vt:lpstr>Re-assignment</vt:lpstr>
      <vt:lpstr>Re-assignment</vt:lpstr>
      <vt:lpstr>Re-assignment</vt:lpstr>
      <vt:lpstr>Variable Rules Part 1</vt:lpstr>
      <vt:lpstr>Variable Rules Part 2</vt:lpstr>
      <vt:lpstr>Variable Example</vt:lpstr>
      <vt:lpstr>Why Data Type matters</vt:lpstr>
      <vt:lpstr>Why Data Type matters</vt:lpstr>
      <vt:lpstr>Why Data Type matters</vt:lpstr>
      <vt:lpstr>Why Data Type matters</vt:lpstr>
      <vt:lpstr>Why Data Type matters</vt:lpstr>
      <vt:lpstr>Why Data Type matters</vt:lpstr>
      <vt:lpstr>Pointers</vt:lpstr>
      <vt:lpstr>Variable</vt:lpstr>
      <vt:lpstr>Side Note… Pointers</vt:lpstr>
      <vt:lpstr>Side Note… Pointers</vt:lpstr>
      <vt:lpstr>Side Note… Pointers</vt:lpstr>
      <vt:lpstr>Side Note… Pointers</vt:lpstr>
      <vt:lpstr>Side Note… Pointers</vt:lpstr>
      <vt:lpstr>Side Note… Pointers</vt:lpstr>
      <vt:lpstr>Side Note… Pointers</vt:lpstr>
      <vt:lpstr>Side Note… Pointers</vt:lpstr>
      <vt:lpstr>Side Note… Pointers</vt:lpstr>
      <vt:lpstr>Side Note… Pointers</vt:lpstr>
      <vt:lpstr>Side Note… Pointers</vt:lpstr>
      <vt:lpstr>When programming…</vt:lpstr>
      <vt:lpstr>Back to the main topic</vt:lpstr>
      <vt:lpstr>Declaration / Initialization at the same time.</vt:lpstr>
      <vt:lpstr>Assigning a variable the value of a variable</vt:lpstr>
      <vt:lpstr>Some examples</vt:lpstr>
      <vt:lpstr>Questions</vt:lpstr>
      <vt:lpstr>Control Structures</vt:lpstr>
      <vt:lpstr>Control Structures</vt:lpstr>
      <vt:lpstr>if statements</vt:lpstr>
      <vt:lpstr>if statement example</vt:lpstr>
      <vt:lpstr>else statements</vt:lpstr>
      <vt:lpstr>else statement example</vt:lpstr>
      <vt:lpstr>else if statements</vt:lpstr>
      <vt:lpstr>else if statement example</vt:lpstr>
      <vt:lpstr>Conditional “chains”</vt:lpstr>
      <vt:lpstr>Conditional chains example</vt:lpstr>
      <vt:lpstr>Conditional chains BAD example</vt:lpstr>
      <vt:lpstr>Conditional chains Bad example</vt:lpstr>
      <vt:lpstr>Comparison Operators Compares 2 values and returns a boolean</vt:lpstr>
      <vt:lpstr>What will be the output?</vt:lpstr>
      <vt:lpstr>What will be the output?</vt:lpstr>
      <vt:lpstr>What will be the output?</vt:lpstr>
      <vt:lpstr>What will be the output?</vt:lpstr>
      <vt:lpstr>Nested Conditionals</vt:lpstr>
      <vt:lpstr>Combining Conditionals</vt:lpstr>
      <vt:lpstr>Logical Operators – AND (&amp;&amp;)</vt:lpstr>
      <vt:lpstr>Logical Operators – AND (&amp;&amp;)</vt:lpstr>
      <vt:lpstr>Logical Operators – OR (||)</vt:lpstr>
      <vt:lpstr>Logical Operators – OR (||)</vt:lpstr>
      <vt:lpstr>Logical Operators – OR (||)</vt:lpstr>
      <vt:lpstr>Logical Operators – OR (||)</vt:lpstr>
      <vt:lpstr>Logical Operators – NOT (!)</vt:lpstr>
      <vt:lpstr>Logical Operators – NOT (!)</vt:lpstr>
      <vt:lpstr>Logical Operators – NOT (!)</vt:lpstr>
      <vt:lpstr>Logical Operators Chart</vt:lpstr>
      <vt:lpstr>Best Practices - conditionals</vt:lpstr>
      <vt:lpstr>Other types of conditionals</vt:lpstr>
      <vt:lpstr>Ternary operator ( ? : )</vt:lpstr>
      <vt:lpstr>Switch Statements</vt:lpstr>
      <vt:lpstr>Switch Statements</vt:lpstr>
      <vt:lpstr>Functions and Methods</vt:lpstr>
      <vt:lpstr>Functions</vt:lpstr>
      <vt:lpstr>Functions</vt:lpstr>
      <vt:lpstr>Why use Functions?</vt:lpstr>
      <vt:lpstr>D.R.Y</vt:lpstr>
      <vt:lpstr>Function Declaration Syntax</vt:lpstr>
      <vt:lpstr>Return Types</vt:lpstr>
      <vt:lpstr>Return Types</vt:lpstr>
      <vt:lpstr>Parameters</vt:lpstr>
      <vt:lpstr>Parameters</vt:lpstr>
      <vt:lpstr>Calling A Function</vt:lpstr>
      <vt:lpstr>Function Call</vt:lpstr>
      <vt:lpstr>Functions Summary</vt:lpstr>
      <vt:lpstr>Debugging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Gutierrez</dc:creator>
  <cp:lastModifiedBy>Nick Gutierrez</cp:lastModifiedBy>
  <cp:revision>2</cp:revision>
  <cp:lastPrinted>2025-10-16T20:15:04Z</cp:lastPrinted>
  <dcterms:created xsi:type="dcterms:W3CDTF">2024-09-08T20:05:28Z</dcterms:created>
  <dcterms:modified xsi:type="dcterms:W3CDTF">2025-10-21T14:30:04Z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